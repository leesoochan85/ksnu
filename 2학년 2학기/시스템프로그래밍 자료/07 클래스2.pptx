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64" r:id="rId3"/>
    <p:sldId id="365" r:id="rId4"/>
    <p:sldId id="410" r:id="rId5"/>
    <p:sldId id="411" r:id="rId6"/>
    <p:sldId id="413" r:id="rId7"/>
    <p:sldId id="414" r:id="rId8"/>
    <p:sldId id="415" r:id="rId9"/>
    <p:sldId id="416" r:id="rId10"/>
    <p:sldId id="417" r:id="rId11"/>
    <p:sldId id="374" r:id="rId12"/>
    <p:sldId id="418" r:id="rId13"/>
    <p:sldId id="403" r:id="rId14"/>
    <p:sldId id="404" r:id="rId15"/>
    <p:sldId id="405" r:id="rId16"/>
    <p:sldId id="406" r:id="rId17"/>
    <p:sldId id="407" r:id="rId18"/>
    <p:sldId id="408" r:id="rId19"/>
    <p:sldId id="285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32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클래스</a:t>
            </a:r>
            <a:r>
              <a:rPr lang="en-US" altLang="ko-KR" sz="3200" dirty="0"/>
              <a:t>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정보 공개와 보호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접근 지정자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88766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2000" b="1" dirty="0">
                <a:solidFill>
                  <a:srgbClr val="E46C0A"/>
                </a:solidFill>
              </a:rPr>
              <a:t>● </a:t>
            </a:r>
            <a:r>
              <a:rPr lang="ko-KR" altLang="en-US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접근 지정자</a:t>
            </a:r>
            <a:endParaRPr lang="en-US" altLang="ko-KR" sz="20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접근 지정자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항목에 대한 접근 제한 지정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접근 지정자의 종류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683568" y="3429000"/>
            <a:ext cx="6357937" cy="165618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public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접근 제한 해제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–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클래스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외부에서 임의 접근 가능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-윤고딕140" pitchFamily="18" charset="-127"/>
                <a:ea typeface="-윤고딕140" pitchFamily="18" charset="-127"/>
              </a:rPr>
              <a:t>private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강한 접근 제한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–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해당 클래스를 통해서만 접근 </a:t>
            </a:r>
            <a:endParaRPr kumimoji="0" lang="en-US" altLang="ko-KR" sz="1600" dirty="0">
              <a:latin typeface="-윤고딕140" pitchFamily="18" charset="-127"/>
              <a:ea typeface="-윤고딕140" pitchFamily="18" charset="-127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ko-KR" altLang="en-US" sz="1600" dirty="0">
                <a:latin typeface="-윤고딕140" pitchFamily="18" charset="-127"/>
                <a:ea typeface="-윤고딕140" pitchFamily="18" charset="-127"/>
              </a:rPr>
              <a:t>현재 클래스에서의 자산</a:t>
            </a:r>
            <a:r>
              <a:rPr lang="en-US" altLang="ko-KR" sz="1600" dirty="0">
                <a:latin typeface="-윤고딕140" pitchFamily="18" charset="-127"/>
                <a:ea typeface="-윤고딕140" pitchFamily="18" charset="-127"/>
              </a:rPr>
              <a:t>, </a:t>
            </a:r>
            <a:r>
              <a:rPr lang="ko-KR" altLang="en-US" sz="1600" dirty="0">
                <a:latin typeface="-윤고딕140" pitchFamily="18" charset="-127"/>
                <a:ea typeface="-윤고딕140" pitchFamily="18" charset="-127"/>
              </a:rPr>
              <a:t>외부에 공개 할 것인가 안 </a:t>
            </a:r>
            <a:r>
              <a:rPr lang="ko-KR" altLang="en-US" sz="1600" dirty="0" err="1">
                <a:latin typeface="-윤고딕140" pitchFamily="18" charset="-127"/>
                <a:ea typeface="-윤고딕140" pitchFamily="18" charset="-127"/>
              </a:rPr>
              <a:t>할것인가</a:t>
            </a:r>
            <a:endParaRPr kumimoji="0" lang="en-US" altLang="ko-KR" sz="1600" dirty="0"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protected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약한 접근 제한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–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해당 클래스와 파생 클래스만 접근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상속에서 사용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026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2000" b="1" dirty="0">
                <a:solidFill>
                  <a:srgbClr val="E46C0A"/>
                </a:solidFill>
              </a:rPr>
              <a:t>● </a:t>
            </a:r>
            <a:r>
              <a:rPr lang="en-US" altLang="ko-KR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public</a:t>
            </a:r>
            <a:r>
              <a:rPr lang="ko-KR" altLang="en-US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과 </a:t>
            </a:r>
            <a:r>
              <a:rPr lang="en-US" altLang="ko-KR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private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2132856"/>
            <a:ext cx="6357937" cy="252028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latin typeface="-윤고딕140" pitchFamily="18" charset="-127"/>
                <a:ea typeface="-윤고딕140" pitchFamily="18" charset="-127"/>
              </a:rPr>
              <a:t>private :      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이 아래 </a:t>
            </a:r>
            <a:r>
              <a:rPr kumimoji="0" lang="ko-KR" altLang="en-US" sz="1600" dirty="0">
                <a:latin typeface="-윤고딕140" pitchFamily="18" charset="-127"/>
                <a:ea typeface="-윤고딕140" pitchFamily="18" charset="-127"/>
              </a:rPr>
              <a:t>두 변수항목은 공개되지 않습니다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latin typeface="-윤고딕140" pitchFamily="18" charset="-127"/>
                <a:ea typeface="-윤고딕140" pitchFamily="18" charset="-127"/>
              </a:rPr>
              <a:t>public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:  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이 아래 </a:t>
            </a:r>
            <a:r>
              <a:rPr kumimoji="0" lang="ko-KR" altLang="en-US" sz="1600" dirty="0">
                <a:latin typeface="-윤고딕140" pitchFamily="18" charset="-127"/>
                <a:ea typeface="-윤고딕140" pitchFamily="18" charset="-127"/>
              </a:rPr>
              <a:t>두 함수항목은 공개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됩니다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5870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solidFill>
                  <a:srgbClr val="E46C0A"/>
                </a:solidFill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클래스 내부에서만 조작할 수 있는 비공개 항목 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변수 항목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비공개를 원칙으로 하는 것이 좋음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함수 항목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공개를 원칙으로 하는 것이 좋음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변수 항목은 비공개로 하고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,</a:t>
            </a:r>
          </a:p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공개된 함수 항목을 통해서만 조작하는 것이 좋음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086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공개와 비공개를 적절히 하여 설계한 클래스의 예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 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611560" y="2132856"/>
            <a:ext cx="6357937" cy="28803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class Car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private :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변수 항목은 비공개로 설정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number;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fuel;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public :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함수 항목은 공개로 설정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displayFuel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setNumber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n);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비공개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number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를 조작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setFuel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f);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비공개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fuel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을 조작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7921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정보보호 예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class Car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클래스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Car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를 정의합니다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private: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number;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fuel;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public: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displayNumber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(void);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displayFuel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(void);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f);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28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Car::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displayNumber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(void)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클래스의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함수항목을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정의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차량 번호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: " &lt;&lt; number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Car::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displayFuel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(void)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클래스의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함수항목을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정의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남은 연료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: " &lt;&lt; fuel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Car::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n)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비공개 정보인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number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항목을 설정할 수 있는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함수항목을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정의합니다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if(n &gt; 1 &amp;&amp; n &lt; 9999)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number = n;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else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차 번호는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부터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9999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까지여야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363287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Car::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f)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비공개 정보인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fuel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항목을 설정할 수 있는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함수항목을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정의합니다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if(f &gt; 0 &amp;&amp; f &lt; 65)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fuel = f;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else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연료량의 한계는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리터부터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65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리터까지입니다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."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  <a:p>
            <a:pPr>
              <a:spcBef>
                <a:spcPct val="0"/>
              </a:spcBef>
              <a:buNone/>
            </a:pPr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535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정보 보호하기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Car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myCar.setNumber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(2345);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myCar.setFuel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(50);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myCar.displayNumber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myCar.displayFuel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myCar.setNumber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(30000);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myCar.setFuel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(-10);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02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클래스 멤버 접근 프로그램 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class Number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private: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num1;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public: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num2;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2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ko-KR" altLang="en-US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Number nm;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//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nm.num1;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nm.num2;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//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nm.num1;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nm.num2;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return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835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멤버 변수 값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셋팅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프로그램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class Number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private: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num1;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public: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Print_Number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Number::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Set_Number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num1 =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61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void Number::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Print_Number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num1 &lt;&lt;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Number nm;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nm.Set_Number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4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nm.Print_Number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ko-KR" sz="1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7691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배열의 특정 위치에 특정 값을 입력하는 프로그램 </a:t>
            </a:r>
            <a:r>
              <a:rPr lang="en-US" altLang="ko-KR" sz="14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class Number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private: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map[5][5];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public: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Init_Map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n1,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n2,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void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Print_Map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837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Number::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Init_Map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   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배열의 초기화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i,j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for(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=0;i&lt;5;i++)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for(j=0;j&lt;5;j++)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  map[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][j]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1055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Number::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n1,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n2,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map[n1][n2] = n3;    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특정 위치에 특정 값 입력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Number::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Print_Map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i,j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for(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=0;i&lt;5;i++)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for(j=0;j&lt;5;j++)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map[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][j];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809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</a:t>
            </a:r>
            <a:endParaRPr kumimoji="0" lang="en-US" altLang="ko-KR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None/>
            </a:pPr>
            <a:endParaRPr lang="en-US" altLang="ko-KR" sz="1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Number nm;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px,py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set_num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nm.Init_Map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&lt;&lt;"Input PX"&lt;&lt;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px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&lt;&lt;"Input PY"&lt;&lt;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py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&lt;&lt;"Input Number"&lt;&lt;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cin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&gt;&gt;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set_num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nm.Set_Map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px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py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set_num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nm.Print_Map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endParaRPr lang="ko-KR" altLang="en-US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931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lnSpcReduction="10000"/>
          </a:bodyPr>
          <a:lstStyle/>
          <a:p>
            <a:pPr latinLnBrk="0"/>
            <a:r>
              <a:rPr lang="ko-KR" altLang="en-US" sz="1600" dirty="0"/>
              <a:t>맵 그리기</a:t>
            </a:r>
            <a:r>
              <a:rPr lang="en-US" altLang="ko-KR" sz="1600" dirty="0"/>
              <a:t>2</a:t>
            </a:r>
            <a:r>
              <a:rPr lang="ko-KR" altLang="en-US" sz="1600" dirty="0"/>
              <a:t>  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접근 지정자 </a:t>
            </a:r>
            <a:r>
              <a:rPr lang="en-US" altLang="ko-KR" sz="1600" dirty="0"/>
              <a:t>(</a:t>
            </a:r>
            <a:r>
              <a:rPr lang="ko-KR" altLang="en-US" sz="1600" dirty="0"/>
              <a:t>변수</a:t>
            </a:r>
            <a:r>
              <a:rPr lang="en-US" altLang="ko-KR" sz="1600" dirty="0"/>
              <a:t>, </a:t>
            </a:r>
            <a:r>
              <a:rPr lang="ko-KR" altLang="en-US" sz="1600" dirty="0"/>
              <a:t>함수</a:t>
            </a:r>
            <a:r>
              <a:rPr lang="en-US" altLang="ko-KR" sz="1600" dirty="0"/>
              <a:t>) </a:t>
            </a:r>
            <a:r>
              <a:rPr lang="ko-KR" altLang="en-US" sz="1600" dirty="0"/>
              <a:t>지정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별 </a:t>
            </a:r>
            <a:r>
              <a:rPr lang="en-US" altLang="ko-KR" sz="1600" dirty="0"/>
              <a:t>(</a:t>
            </a:r>
            <a:r>
              <a:rPr lang="ko-KR" altLang="en-US" dirty="0"/>
              <a:t>★</a:t>
            </a:r>
            <a:r>
              <a:rPr lang="en-US" altLang="ko-KR" sz="1600" dirty="0"/>
              <a:t>)</a:t>
            </a:r>
            <a:r>
              <a:rPr lang="ko-KR" altLang="en-US" sz="1600" dirty="0"/>
              <a:t>의 상하좌우 키 이동 추가</a:t>
            </a:r>
            <a:endParaRPr lang="en-US" altLang="ko-KR" sz="1600" dirty="0"/>
          </a:p>
          <a:p>
            <a:pPr lvl="1" latinLnBrk="0"/>
            <a:endParaRPr lang="en-US" altLang="ko-KR" sz="1600" dirty="0"/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class CLA 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private: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map[8][8] = // </a:t>
            </a:r>
            <a:r>
              <a:rPr lang="ko-KR" altLang="en-US" sz="1400" dirty="0" err="1"/>
              <a:t>맵</a:t>
            </a:r>
            <a:r>
              <a:rPr lang="ko-KR" altLang="en-US" sz="1400" dirty="0"/>
              <a:t> 변수</a:t>
            </a:r>
          </a:p>
          <a:p>
            <a:pPr>
              <a:lnSpc>
                <a:spcPct val="80000"/>
              </a:lnSpc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1, 1, 1, 1, 1, 1,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0, 0, 0, 0, 0, 0, 1},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	{1, 1, 1, 1, 1, 1, 1, 1}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	};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public: // ……</a:t>
            </a:r>
          </a:p>
          <a:p>
            <a:pPr>
              <a:lnSpc>
                <a:spcPct val="80000"/>
              </a:lnSpc>
              <a:buNone/>
            </a:pPr>
            <a:r>
              <a:rPr lang="en-US" altLang="ko-KR" sz="1400" dirty="0"/>
              <a:t>};</a:t>
            </a:r>
          </a:p>
          <a:p>
            <a:pPr lvl="1" latinLnBrk="0"/>
            <a:endParaRPr lang="ko-KR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86504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2213</TotalTime>
  <Words>1225</Words>
  <Application>Microsoft Office PowerPoint</Application>
  <PresentationFormat>화면 슬라이드 쇼(4:3)</PresentationFormat>
  <Paragraphs>258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굴림</vt:lpstr>
      <vt:lpstr>-윤고딕140</vt:lpstr>
      <vt:lpstr>Arial</vt:lpstr>
      <vt:lpstr>Lucida Sans Unicode</vt:lpstr>
      <vt:lpstr>Verdana</vt:lpstr>
      <vt:lpstr>Wingdings 2</vt:lpstr>
      <vt:lpstr>Wingdings 3</vt:lpstr>
      <vt:lpstr>광장</vt:lpstr>
      <vt:lpstr>클래스2</vt:lpstr>
      <vt:lpstr>내용</vt:lpstr>
      <vt:lpstr>정보 보호하기</vt:lpstr>
      <vt:lpstr>정보 보호하기</vt:lpstr>
      <vt:lpstr>정보 보호하기</vt:lpstr>
      <vt:lpstr>정보 보호하기</vt:lpstr>
      <vt:lpstr>정보 보호하기</vt:lpstr>
      <vt:lpstr>정보 보호하기</vt:lpstr>
      <vt:lpstr>정보 보호하기</vt:lpstr>
      <vt:lpstr>정보 보호하기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실습 프로그램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108</cp:revision>
  <dcterms:created xsi:type="dcterms:W3CDTF">2015-04-10T01:14:42Z</dcterms:created>
  <dcterms:modified xsi:type="dcterms:W3CDTF">2024-10-30T03:50:49Z</dcterms:modified>
</cp:coreProperties>
</file>