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9" r:id="rId2"/>
    <p:sldId id="353" r:id="rId3"/>
    <p:sldId id="378" r:id="rId4"/>
    <p:sldId id="379" r:id="rId5"/>
    <p:sldId id="380" r:id="rId6"/>
    <p:sldId id="381" r:id="rId7"/>
    <p:sldId id="382" r:id="rId8"/>
    <p:sldId id="383" r:id="rId9"/>
    <p:sldId id="384" r:id="rId10"/>
    <p:sldId id="386" r:id="rId11"/>
    <p:sldId id="385" r:id="rId12"/>
    <p:sldId id="387" r:id="rId13"/>
    <p:sldId id="389" r:id="rId14"/>
    <p:sldId id="388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406" r:id="rId24"/>
    <p:sldId id="421" r:id="rId25"/>
    <p:sldId id="422" r:id="rId26"/>
    <p:sldId id="423" r:id="rId27"/>
    <p:sldId id="407" r:id="rId28"/>
    <p:sldId id="408" r:id="rId29"/>
    <p:sldId id="409" r:id="rId30"/>
    <p:sldId id="410" r:id="rId31"/>
    <p:sldId id="412" r:id="rId32"/>
    <p:sldId id="414" r:id="rId33"/>
    <p:sldId id="415" r:id="rId34"/>
    <p:sldId id="416" r:id="rId35"/>
    <p:sldId id="417" r:id="rId36"/>
    <p:sldId id="418" r:id="rId37"/>
    <p:sldId id="419" r:id="rId38"/>
    <p:sldId id="420" r:id="rId39"/>
    <p:sldId id="377" r:id="rId40"/>
    <p:sldId id="398" r:id="rId41"/>
    <p:sldId id="399" r:id="rId42"/>
    <p:sldId id="400" r:id="rId43"/>
    <p:sldId id="401" r:id="rId44"/>
    <p:sldId id="402" r:id="rId45"/>
    <p:sldId id="403" r:id="rId46"/>
    <p:sldId id="404" r:id="rId47"/>
    <p:sldId id="405" r:id="rId48"/>
    <p:sldId id="326" r:id="rId4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36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4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6D359F-9A96-4952-A86C-3E81D78107E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352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2024-11-19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/>
              <a:t>복사생성자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25058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내용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2000" dirty="0"/>
              <a:t>복사 </a:t>
            </a:r>
            <a:r>
              <a:rPr kumimoji="0" lang="ko-KR" altLang="en-US" sz="2000" dirty="0" err="1"/>
              <a:t>생성자</a:t>
            </a:r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/>
              <a:t>복사 </a:t>
            </a:r>
            <a:r>
              <a:rPr kumimoji="0" lang="ko-KR" altLang="en-US" sz="2000" dirty="0" err="1"/>
              <a:t>생성자</a:t>
            </a:r>
            <a:r>
              <a:rPr kumimoji="0" lang="ko-KR" altLang="en-US" sz="2000" dirty="0"/>
              <a:t> 문제 </a:t>
            </a:r>
            <a:endParaRPr kumimoji="0"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/>
              <a:t>객체 배열</a:t>
            </a:r>
          </a:p>
        </p:txBody>
      </p:sp>
    </p:spTree>
    <p:extLst>
      <p:ext uri="{BB962C8B-B14F-4D97-AF65-F5344CB8AC3E}">
        <p14:creationId xmlns:p14="http://schemas.microsoft.com/office/powerpoint/2010/main" val="4074386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endParaRPr lang="ko-KR" altLang="en-US" sz="28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1800" dirty="0">
                <a:latin typeface="+mn-ea"/>
              </a:rPr>
              <a:t>복사 </a:t>
            </a:r>
            <a:r>
              <a:rPr kumimoji="0" lang="ko-KR" altLang="en-US" sz="1800" dirty="0" err="1">
                <a:latin typeface="+mn-ea"/>
              </a:rPr>
              <a:t>생성자</a:t>
            </a:r>
            <a:endParaRPr lang="en-US" altLang="ko-KR" sz="1800" dirty="0">
              <a:latin typeface="+mn-ea"/>
            </a:endParaRPr>
          </a:p>
          <a:p>
            <a:pPr eaLnBrk="1" hangingPunct="1"/>
            <a:endParaRPr lang="en-US" altLang="ko-KR" sz="1800" dirty="0">
              <a:latin typeface="+mn-ea"/>
            </a:endParaRPr>
          </a:p>
          <a:p>
            <a:pPr marL="566928" indent="-457200">
              <a:buFont typeface="+mj-lt"/>
              <a:buAutoNum type="arabicPeriod"/>
            </a:pPr>
            <a:r>
              <a:rPr lang="ko-KR" altLang="en-US" sz="1800" dirty="0">
                <a:latin typeface="+mn-ea"/>
              </a:rPr>
              <a:t>한 객체의 내용을 다른 객체로 복사하여서 생성</a:t>
            </a:r>
            <a:endParaRPr lang="en-US" altLang="ko-KR" sz="1800" dirty="0">
              <a:latin typeface="+mn-ea"/>
            </a:endParaRPr>
          </a:p>
        </p:txBody>
      </p:sp>
      <p:pic>
        <p:nvPicPr>
          <p:cNvPr id="4" name="Picture 4" descr="MCj0290151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501008"/>
            <a:ext cx="1909762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j021685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797" y="2827908"/>
            <a:ext cx="1827213" cy="83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9" descr="j021685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722" y="4374133"/>
            <a:ext cx="1827213" cy="83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2333972" y="3669283"/>
            <a:ext cx="855663" cy="508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11"/>
          <p:cNvSpPr>
            <a:spLocks noChangeShapeType="1"/>
          </p:cNvSpPr>
          <p:nvPr/>
        </p:nvSpPr>
        <p:spPr bwMode="auto">
          <a:xfrm>
            <a:off x="4104035" y="4772595"/>
            <a:ext cx="793750" cy="30163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1148110" y="3675633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fontAlgn="t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fontAlgn="t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800" dirty="0"/>
              <a:t>객체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4912072" y="5272658"/>
            <a:ext cx="64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fontAlgn="t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fontAlgn="t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800"/>
              <a:t>객체</a:t>
            </a: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2635597" y="5383783"/>
            <a:ext cx="1327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fontAlgn="t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fontAlgn="t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800"/>
              <a:t>복사생성자</a:t>
            </a:r>
          </a:p>
        </p:txBody>
      </p:sp>
    </p:spTree>
    <p:extLst>
      <p:ext uri="{BB962C8B-B14F-4D97-AF65-F5344CB8AC3E}">
        <p14:creationId xmlns:p14="http://schemas.microsoft.com/office/powerpoint/2010/main" val="4251153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endParaRPr lang="ko-KR" altLang="en-US" sz="28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1800" dirty="0">
                <a:latin typeface="+mn-ea"/>
              </a:rPr>
              <a:t>복사 </a:t>
            </a:r>
            <a:r>
              <a:rPr kumimoji="0" lang="ko-KR" altLang="en-US" sz="1800" dirty="0" err="1">
                <a:latin typeface="+mn-ea"/>
              </a:rPr>
              <a:t>생성자</a:t>
            </a:r>
            <a:r>
              <a:rPr kumimoji="0" lang="ko-KR" altLang="en-US" sz="1800" dirty="0">
                <a:latin typeface="+mn-ea"/>
              </a:rPr>
              <a:t> 특징</a:t>
            </a:r>
            <a:endParaRPr lang="en-US" altLang="ko-KR" sz="1800" dirty="0">
              <a:latin typeface="+mn-ea"/>
            </a:endParaRPr>
          </a:p>
          <a:p>
            <a:pPr eaLnBrk="1" hangingPunct="1"/>
            <a:endParaRPr lang="en-US" altLang="ko-KR" sz="1800" dirty="0">
              <a:latin typeface="+mn-ea"/>
            </a:endParaRPr>
          </a:p>
          <a:p>
            <a:pPr marL="452628" indent="-342900">
              <a:buFont typeface="+mj-lt"/>
              <a:buAutoNum type="arabicPeriod"/>
            </a:pPr>
            <a:r>
              <a:rPr lang="ko-KR" altLang="en-US" sz="1800" dirty="0">
                <a:latin typeface="+mn-ea"/>
              </a:rPr>
              <a:t>자동으로 디폴트 복사 생성자가 생성된다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marL="452628" indent="-342900">
              <a:buFont typeface="+mj-lt"/>
              <a:buAutoNum type="arabicPeriod"/>
            </a:pPr>
            <a:endParaRPr lang="en-US" altLang="ko-KR" sz="1800" dirty="0">
              <a:latin typeface="+mn-ea"/>
            </a:endParaRPr>
          </a:p>
          <a:p>
            <a:pPr marL="452628" indent="-342900">
              <a:buFont typeface="+mj-lt"/>
              <a:buAutoNum type="arabicPeriod"/>
            </a:pPr>
            <a:r>
              <a:rPr lang="ko-KR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자신과 같은 타입의 객체를 매개 변수로 받는다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marL="452628" indent="-342900">
              <a:buFont typeface="+mj-lt"/>
              <a:buAutoNum type="arabicPeriod"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ko-KR" altLang="en-US" sz="1800" dirty="0" err="1">
                <a:latin typeface="+mn-ea"/>
              </a:rPr>
              <a:t>클래스명</a:t>
            </a:r>
            <a:r>
              <a:rPr lang="ko-KR" altLang="en-US" sz="1800" dirty="0">
                <a:latin typeface="+mn-ea"/>
              </a:rPr>
              <a:t> 객체</a:t>
            </a:r>
            <a:r>
              <a:rPr lang="en-US" altLang="ko-KR" sz="1800" dirty="0">
                <a:latin typeface="+mn-ea"/>
              </a:rPr>
              <a:t>#1;</a:t>
            </a:r>
          </a:p>
          <a:p>
            <a:pPr marL="109728" indent="0">
              <a:buNone/>
            </a:pPr>
            <a:r>
              <a:rPr lang="ko-KR" altLang="en-US" sz="1800" dirty="0" err="1">
                <a:latin typeface="+mn-ea"/>
              </a:rPr>
              <a:t>클래스명</a:t>
            </a:r>
            <a:r>
              <a:rPr lang="ko-KR" altLang="en-US" sz="1800" dirty="0">
                <a:latin typeface="+mn-ea"/>
              </a:rPr>
              <a:t> 객체</a:t>
            </a:r>
            <a:r>
              <a:rPr lang="en-US" altLang="ko-KR" sz="1800" dirty="0">
                <a:latin typeface="+mn-ea"/>
              </a:rPr>
              <a:t>#2(</a:t>
            </a:r>
            <a:r>
              <a:rPr lang="ko-KR" altLang="en-US" sz="1800" dirty="0">
                <a:latin typeface="+mn-ea"/>
              </a:rPr>
              <a:t>객체</a:t>
            </a:r>
            <a:r>
              <a:rPr lang="en-US" altLang="ko-KR" sz="1800" dirty="0">
                <a:latin typeface="+mn-ea"/>
              </a:rPr>
              <a:t>#1);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115616" y="4653136"/>
            <a:ext cx="4562475" cy="7889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fontAlgn="t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fontAlgn="t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800" dirty="0">
                <a:latin typeface="Trebuchet MS" panose="020B0603020202020204" pitchFamily="34" charset="0"/>
              </a:rPr>
              <a:t>Car  c1;</a:t>
            </a:r>
            <a:endParaRPr lang="en-US" altLang="ko-KR" sz="1800" dirty="0"/>
          </a:p>
          <a:p>
            <a:pPr eaLnBrk="1" fontAlgn="base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ko-KR" sz="1800" dirty="0">
                <a:latin typeface="Trebuchet MS" panose="020B0603020202020204" pitchFamily="34" charset="0"/>
              </a:rPr>
              <a:t>Car c2(c1); //c1</a:t>
            </a:r>
            <a:r>
              <a:rPr lang="ko-KR" altLang="en-US" sz="1800" dirty="0">
                <a:latin typeface="Trebuchet MS" panose="020B0603020202020204" pitchFamily="34" charset="0"/>
              </a:rPr>
              <a:t>의 값을 받음</a:t>
            </a:r>
            <a:r>
              <a:rPr lang="en-US" altLang="ko-KR" sz="1800" dirty="0">
                <a:latin typeface="Trebuchet MS" panose="020B0603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92146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endParaRPr lang="ko-KR" altLang="en-US" sz="28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/>
            <a:r>
              <a:rPr kumimoji="0" lang="ko-KR" altLang="en-US" sz="1800" dirty="0">
                <a:latin typeface="+mn-ea"/>
              </a:rPr>
              <a:t>복사 </a:t>
            </a:r>
            <a:r>
              <a:rPr kumimoji="0" lang="ko-KR" altLang="en-US" sz="1800" dirty="0" err="1">
                <a:latin typeface="+mn-ea"/>
              </a:rPr>
              <a:t>생성자</a:t>
            </a:r>
            <a:r>
              <a:rPr kumimoji="0" lang="ko-KR" altLang="en-US" sz="1800" dirty="0">
                <a:latin typeface="+mn-ea"/>
              </a:rPr>
              <a:t> 예</a:t>
            </a:r>
            <a:endParaRPr lang="en-US" altLang="ko-KR" sz="1800" dirty="0">
              <a:latin typeface="+mn-ea"/>
            </a:endParaRPr>
          </a:p>
          <a:p>
            <a:pPr marL="109728" indent="0" eaLnBrk="1" hangingPunct="1">
              <a:buNone/>
            </a:pPr>
            <a:endParaRPr lang="en-US" altLang="ko-KR" sz="18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#include &lt;</a:t>
            </a:r>
            <a:r>
              <a:rPr lang="en-US" altLang="ko-KR" sz="1800" dirty="0" err="1">
                <a:latin typeface="+mn-ea"/>
              </a:rPr>
              <a:t>iostream</a:t>
            </a:r>
            <a:r>
              <a:rPr lang="en-US" altLang="ko-KR" sz="1800" dirty="0">
                <a:latin typeface="+mn-ea"/>
              </a:rPr>
              <a:t>&gt;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#include &lt;string&gt;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using namespace </a:t>
            </a:r>
            <a:r>
              <a:rPr lang="en-US" altLang="ko-KR" sz="1800" dirty="0" err="1">
                <a:latin typeface="+mn-ea"/>
              </a:rPr>
              <a:t>std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8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class Car {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speed; // </a:t>
            </a:r>
            <a:r>
              <a:rPr lang="ko-KR" altLang="en-US" sz="1800" dirty="0">
                <a:latin typeface="+mn-ea"/>
              </a:rPr>
              <a:t>속도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gear; // </a:t>
            </a:r>
            <a:r>
              <a:rPr lang="ko-KR" altLang="en-US" sz="1800" dirty="0">
                <a:latin typeface="+mn-ea"/>
              </a:rPr>
              <a:t>기어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>
                <a:latin typeface="+mn-ea"/>
              </a:rPr>
              <a:t>string color; // </a:t>
            </a:r>
            <a:r>
              <a:rPr lang="ko-KR" altLang="en-US" sz="1800" dirty="0">
                <a:latin typeface="+mn-ea"/>
              </a:rPr>
              <a:t>색상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public: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// </a:t>
            </a:r>
            <a:r>
              <a:rPr lang="ko-KR" altLang="en-US" sz="1800" dirty="0">
                <a:latin typeface="+mn-ea"/>
              </a:rPr>
              <a:t>첫 번째 </a:t>
            </a:r>
            <a:r>
              <a:rPr lang="ko-KR" altLang="en-US" sz="1800" dirty="0" err="1">
                <a:latin typeface="+mn-ea"/>
              </a:rPr>
              <a:t>생성자</a:t>
            </a:r>
            <a:endParaRPr lang="ko-KR" altLang="en-US" sz="18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>
                <a:latin typeface="+mn-ea"/>
              </a:rPr>
              <a:t>Car(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s,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g, string c) {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	speed = s;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	gear = g;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	color = c;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}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void </a:t>
            </a:r>
            <a:r>
              <a:rPr lang="en-US" altLang="ko-KR" sz="1800" dirty="0" err="1">
                <a:latin typeface="+mn-ea"/>
              </a:rPr>
              <a:t>printInfo</a:t>
            </a:r>
            <a:r>
              <a:rPr lang="en-US" altLang="ko-KR" sz="1800" dirty="0">
                <a:latin typeface="+mn-ea"/>
              </a:rPr>
              <a:t>()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{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속도</a:t>
            </a:r>
            <a:r>
              <a:rPr lang="en-US" altLang="ko-KR" sz="1800" dirty="0">
                <a:latin typeface="+mn-ea"/>
              </a:rPr>
              <a:t>: " &lt;&lt; speed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기어</a:t>
            </a:r>
            <a:r>
              <a:rPr lang="en-US" altLang="ko-KR" sz="1800" dirty="0">
                <a:latin typeface="+mn-ea"/>
              </a:rPr>
              <a:t>: " &lt;&lt; gear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색상</a:t>
            </a:r>
            <a:r>
              <a:rPr lang="en-US" altLang="ko-KR" sz="1800" dirty="0">
                <a:latin typeface="+mn-ea"/>
              </a:rPr>
              <a:t>: " &lt;&lt; color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}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837059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endParaRPr lang="ko-KR" altLang="en-US" sz="28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8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main()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800" noProof="1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800" noProof="1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Car c1(0, 1, "yellow");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Car c2(c1);</a:t>
            </a:r>
            <a:r>
              <a:rPr lang="en-US" altLang="ko-KR" sz="1800" dirty="0">
                <a:latin typeface="+mn-ea"/>
              </a:rPr>
              <a:t>	// </a:t>
            </a:r>
            <a:r>
              <a:rPr lang="ko-KR" altLang="en-US" sz="1800" dirty="0">
                <a:latin typeface="+mn-ea"/>
              </a:rPr>
              <a:t>복사 </a:t>
            </a:r>
            <a:r>
              <a:rPr lang="ko-KR" altLang="en-US" sz="1800" dirty="0" err="1">
                <a:latin typeface="+mn-ea"/>
              </a:rPr>
              <a:t>생성자</a:t>
            </a:r>
            <a:r>
              <a:rPr lang="ko-KR" altLang="en-US" sz="1800" dirty="0">
                <a:latin typeface="+mn-ea"/>
              </a:rPr>
              <a:t> 호출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ko-KR" altLang="en-US" sz="18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>
                <a:latin typeface="+mn-ea"/>
              </a:rPr>
              <a:t>c1.printInfo();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c2.printInfo();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return 0;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2539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r>
              <a:rPr lang="ko-KR" altLang="en-US" sz="2800" dirty="0"/>
              <a:t> 문제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1800" dirty="0">
                <a:latin typeface="+mn-ea"/>
              </a:rPr>
              <a:t>얕은 복사 문제</a:t>
            </a:r>
            <a:endParaRPr lang="en-US" altLang="ko-KR" sz="1800" dirty="0">
              <a:latin typeface="+mn-ea"/>
            </a:endParaRPr>
          </a:p>
          <a:p>
            <a:pPr marL="109728" indent="0" eaLnBrk="1" hangingPunct="1">
              <a:buNone/>
            </a:pPr>
            <a:endParaRPr lang="en-US" altLang="ko-KR" sz="1800" dirty="0">
              <a:latin typeface="+mn-ea"/>
            </a:endParaRPr>
          </a:p>
          <a:p>
            <a:pPr marL="452628" indent="-342900">
              <a:buFont typeface="+mj-lt"/>
              <a:buAutoNum type="arabicPeriod"/>
            </a:pPr>
            <a:r>
              <a:rPr lang="ko-KR" altLang="en-US" sz="1800" dirty="0">
                <a:latin typeface="+mn-ea"/>
              </a:rPr>
              <a:t>멤버의 값을 복사할 때 발생하는 문제</a:t>
            </a:r>
            <a:r>
              <a:rPr lang="en-US" altLang="ko-KR" sz="1800" dirty="0">
                <a:latin typeface="+mn-ea"/>
              </a:rPr>
              <a:t> </a:t>
            </a:r>
          </a:p>
          <a:p>
            <a:pPr marL="452628" indent="-342900">
              <a:buFont typeface="+mj-lt"/>
              <a:buAutoNum type="arabicPeriod"/>
            </a:pPr>
            <a:r>
              <a:rPr lang="ko-KR" altLang="en-US" sz="1800" dirty="0">
                <a:latin typeface="+mn-ea"/>
              </a:rPr>
              <a:t>얕은 복사</a:t>
            </a:r>
            <a:r>
              <a:rPr lang="en-US" altLang="ko-KR" sz="1800" dirty="0">
                <a:latin typeface="+mn-ea"/>
              </a:rPr>
              <a:t>(shallow copy) </a:t>
            </a:r>
            <a:r>
              <a:rPr lang="ko-KR" altLang="en-US" sz="1800" dirty="0">
                <a:latin typeface="+mn-ea"/>
              </a:rPr>
              <a:t>문제 </a:t>
            </a:r>
          </a:p>
        </p:txBody>
      </p:sp>
      <p:grpSp>
        <p:nvGrpSpPr>
          <p:cNvPr id="4" name="Group 55"/>
          <p:cNvGrpSpPr>
            <a:grpSpLocks/>
          </p:cNvGrpSpPr>
          <p:nvPr/>
        </p:nvGrpSpPr>
        <p:grpSpPr bwMode="auto">
          <a:xfrm>
            <a:off x="1475656" y="3356992"/>
            <a:ext cx="1890712" cy="1573212"/>
            <a:chOff x="801" y="1681"/>
            <a:chExt cx="1191" cy="991"/>
          </a:xfrm>
        </p:grpSpPr>
        <p:sp>
          <p:nvSpPr>
            <p:cNvPr id="5" name="Freeform 12"/>
            <p:cNvSpPr>
              <a:spLocks/>
            </p:cNvSpPr>
            <p:nvPr/>
          </p:nvSpPr>
          <p:spPr bwMode="auto">
            <a:xfrm>
              <a:off x="966" y="1966"/>
              <a:ext cx="405" cy="156"/>
            </a:xfrm>
            <a:custGeom>
              <a:avLst/>
              <a:gdLst>
                <a:gd name="T0" fmla="*/ 0 w 809"/>
                <a:gd name="T1" fmla="*/ 1 h 312"/>
                <a:gd name="T2" fmla="*/ 1 w 809"/>
                <a:gd name="T3" fmla="*/ 0 h 312"/>
                <a:gd name="T4" fmla="*/ 1 w 809"/>
                <a:gd name="T5" fmla="*/ 1 h 312"/>
                <a:gd name="T6" fmla="*/ 0 w 809"/>
                <a:gd name="T7" fmla="*/ 1 h 312"/>
                <a:gd name="T8" fmla="*/ 0 w 809"/>
                <a:gd name="T9" fmla="*/ 1 h 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9"/>
                <a:gd name="T16" fmla="*/ 0 h 312"/>
                <a:gd name="T17" fmla="*/ 809 w 809"/>
                <a:gd name="T18" fmla="*/ 312 h 3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9" h="312">
                  <a:moveTo>
                    <a:pt x="0" y="280"/>
                  </a:moveTo>
                  <a:lnTo>
                    <a:pt x="718" y="0"/>
                  </a:lnTo>
                  <a:lnTo>
                    <a:pt x="809" y="312"/>
                  </a:lnTo>
                  <a:lnTo>
                    <a:pt x="0" y="280"/>
                  </a:lnTo>
                  <a:close/>
                </a:path>
              </a:pathLst>
            </a:custGeom>
            <a:solidFill>
              <a:srgbClr val="B36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Freeform 11"/>
            <p:cNvSpPr>
              <a:spLocks/>
            </p:cNvSpPr>
            <p:nvPr/>
          </p:nvSpPr>
          <p:spPr bwMode="auto">
            <a:xfrm>
              <a:off x="1326" y="1963"/>
              <a:ext cx="516" cy="234"/>
            </a:xfrm>
            <a:custGeom>
              <a:avLst/>
              <a:gdLst>
                <a:gd name="T0" fmla="*/ 0 w 756"/>
                <a:gd name="T1" fmla="*/ 0 h 328"/>
                <a:gd name="T2" fmla="*/ 8 w 756"/>
                <a:gd name="T3" fmla="*/ 1 h 328"/>
                <a:gd name="T4" fmla="*/ 1 w 756"/>
                <a:gd name="T5" fmla="*/ 6 h 328"/>
                <a:gd name="T6" fmla="*/ 0 w 756"/>
                <a:gd name="T7" fmla="*/ 0 h 328"/>
                <a:gd name="T8" fmla="*/ 0 w 756"/>
                <a:gd name="T9" fmla="*/ 0 h 3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328"/>
                <a:gd name="T17" fmla="*/ 756 w 756"/>
                <a:gd name="T18" fmla="*/ 328 h 3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328">
                  <a:moveTo>
                    <a:pt x="0" y="0"/>
                  </a:moveTo>
                  <a:lnTo>
                    <a:pt x="756" y="57"/>
                  </a:lnTo>
                  <a:lnTo>
                    <a:pt x="100" y="3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87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7" name="Picture 54" descr="MCj04454260000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6" y="1681"/>
              <a:ext cx="541" cy="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13"/>
            <p:cNvSpPr>
              <a:spLocks/>
            </p:cNvSpPr>
            <p:nvPr/>
          </p:nvSpPr>
          <p:spPr bwMode="auto">
            <a:xfrm>
              <a:off x="808" y="1987"/>
              <a:ext cx="1176" cy="384"/>
            </a:xfrm>
            <a:custGeom>
              <a:avLst/>
              <a:gdLst>
                <a:gd name="T0" fmla="*/ 0 w 2352"/>
                <a:gd name="T1" fmla="*/ 1 h 768"/>
                <a:gd name="T2" fmla="*/ 1 w 2352"/>
                <a:gd name="T3" fmla="*/ 1 h 768"/>
                <a:gd name="T4" fmla="*/ 1 w 2352"/>
                <a:gd name="T5" fmla="*/ 1 h 768"/>
                <a:gd name="T6" fmla="*/ 1 w 2352"/>
                <a:gd name="T7" fmla="*/ 1 h 768"/>
                <a:gd name="T8" fmla="*/ 1 w 2352"/>
                <a:gd name="T9" fmla="*/ 0 h 768"/>
                <a:gd name="T10" fmla="*/ 1 w 2352"/>
                <a:gd name="T11" fmla="*/ 1 h 768"/>
                <a:gd name="T12" fmla="*/ 1 w 2352"/>
                <a:gd name="T13" fmla="*/ 1 h 768"/>
                <a:gd name="T14" fmla="*/ 1 w 2352"/>
                <a:gd name="T15" fmla="*/ 1 h 768"/>
                <a:gd name="T16" fmla="*/ 1 w 2352"/>
                <a:gd name="T17" fmla="*/ 1 h 768"/>
                <a:gd name="T18" fmla="*/ 1 w 2352"/>
                <a:gd name="T19" fmla="*/ 1 h 768"/>
                <a:gd name="T20" fmla="*/ 0 w 2352"/>
                <a:gd name="T21" fmla="*/ 1 h 768"/>
                <a:gd name="T22" fmla="*/ 0 w 2352"/>
                <a:gd name="T23" fmla="*/ 1 h 7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352"/>
                <a:gd name="T37" fmla="*/ 0 h 768"/>
                <a:gd name="T38" fmla="*/ 2352 w 2352"/>
                <a:gd name="T39" fmla="*/ 768 h 76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352" h="768">
                  <a:moveTo>
                    <a:pt x="0" y="483"/>
                  </a:moveTo>
                  <a:lnTo>
                    <a:pt x="306" y="247"/>
                  </a:lnTo>
                  <a:lnTo>
                    <a:pt x="1329" y="257"/>
                  </a:lnTo>
                  <a:lnTo>
                    <a:pt x="1424" y="280"/>
                  </a:lnTo>
                  <a:lnTo>
                    <a:pt x="2070" y="0"/>
                  </a:lnTo>
                  <a:lnTo>
                    <a:pt x="2114" y="2"/>
                  </a:lnTo>
                  <a:lnTo>
                    <a:pt x="2352" y="135"/>
                  </a:lnTo>
                  <a:lnTo>
                    <a:pt x="2297" y="167"/>
                  </a:lnTo>
                  <a:lnTo>
                    <a:pt x="1177" y="768"/>
                  </a:lnTo>
                  <a:lnTo>
                    <a:pt x="272" y="483"/>
                  </a:lnTo>
                  <a:lnTo>
                    <a:pt x="0" y="483"/>
                  </a:lnTo>
                  <a:close/>
                </a:path>
              </a:pathLst>
            </a:custGeom>
            <a:solidFill>
              <a:srgbClr val="EDBA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Freeform 14"/>
            <p:cNvSpPr>
              <a:spLocks/>
            </p:cNvSpPr>
            <p:nvPr/>
          </p:nvSpPr>
          <p:spPr bwMode="auto">
            <a:xfrm>
              <a:off x="1348" y="2119"/>
              <a:ext cx="515" cy="543"/>
            </a:xfrm>
            <a:custGeom>
              <a:avLst/>
              <a:gdLst>
                <a:gd name="T0" fmla="*/ 1 w 1030"/>
                <a:gd name="T1" fmla="*/ 1 h 1086"/>
                <a:gd name="T2" fmla="*/ 1 w 1030"/>
                <a:gd name="T3" fmla="*/ 1 h 1086"/>
                <a:gd name="T4" fmla="*/ 1 w 1030"/>
                <a:gd name="T5" fmla="*/ 1 h 1086"/>
                <a:gd name="T6" fmla="*/ 1 w 1030"/>
                <a:gd name="T7" fmla="*/ 1 h 1086"/>
                <a:gd name="T8" fmla="*/ 1 w 1030"/>
                <a:gd name="T9" fmla="*/ 0 h 1086"/>
                <a:gd name="T10" fmla="*/ 1 w 1030"/>
                <a:gd name="T11" fmla="*/ 1 h 1086"/>
                <a:gd name="T12" fmla="*/ 1 w 1030"/>
                <a:gd name="T13" fmla="*/ 1 h 1086"/>
                <a:gd name="T14" fmla="*/ 1 w 1030"/>
                <a:gd name="T15" fmla="*/ 1 h 1086"/>
                <a:gd name="T16" fmla="*/ 0 w 1030"/>
                <a:gd name="T17" fmla="*/ 1 h 1086"/>
                <a:gd name="T18" fmla="*/ 1 w 1030"/>
                <a:gd name="T19" fmla="*/ 1 h 1086"/>
                <a:gd name="T20" fmla="*/ 1 w 1030"/>
                <a:gd name="T21" fmla="*/ 1 h 10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030"/>
                <a:gd name="T34" fmla="*/ 0 h 1086"/>
                <a:gd name="T35" fmla="*/ 1030 w 1030"/>
                <a:gd name="T36" fmla="*/ 1086 h 10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030" h="1086">
                  <a:moveTo>
                    <a:pt x="331" y="17"/>
                  </a:moveTo>
                  <a:lnTo>
                    <a:pt x="523" y="67"/>
                  </a:lnTo>
                  <a:lnTo>
                    <a:pt x="707" y="179"/>
                  </a:lnTo>
                  <a:lnTo>
                    <a:pt x="971" y="17"/>
                  </a:lnTo>
                  <a:lnTo>
                    <a:pt x="1030" y="0"/>
                  </a:lnTo>
                  <a:lnTo>
                    <a:pt x="981" y="512"/>
                  </a:lnTo>
                  <a:lnTo>
                    <a:pt x="1002" y="770"/>
                  </a:lnTo>
                  <a:lnTo>
                    <a:pt x="306" y="1086"/>
                  </a:lnTo>
                  <a:lnTo>
                    <a:pt x="0" y="441"/>
                  </a:lnTo>
                  <a:lnTo>
                    <a:pt x="331" y="17"/>
                  </a:lnTo>
                  <a:close/>
                </a:path>
              </a:pathLst>
            </a:custGeom>
            <a:solidFill>
              <a:srgbClr val="E0A1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Freeform 15"/>
            <p:cNvSpPr>
              <a:spLocks/>
            </p:cNvSpPr>
            <p:nvPr/>
          </p:nvSpPr>
          <p:spPr bwMode="auto">
            <a:xfrm>
              <a:off x="946" y="2123"/>
              <a:ext cx="563" cy="544"/>
            </a:xfrm>
            <a:custGeom>
              <a:avLst/>
              <a:gdLst>
                <a:gd name="T0" fmla="*/ 0 w 1127"/>
                <a:gd name="T1" fmla="*/ 1 h 1088"/>
                <a:gd name="T2" fmla="*/ 0 w 1127"/>
                <a:gd name="T3" fmla="*/ 1 h 1088"/>
                <a:gd name="T4" fmla="*/ 0 w 1127"/>
                <a:gd name="T5" fmla="*/ 0 h 1088"/>
                <a:gd name="T6" fmla="*/ 0 w 1127"/>
                <a:gd name="T7" fmla="*/ 1 h 1088"/>
                <a:gd name="T8" fmla="*/ 0 w 1127"/>
                <a:gd name="T9" fmla="*/ 1 h 1088"/>
                <a:gd name="T10" fmla="*/ 0 w 1127"/>
                <a:gd name="T11" fmla="*/ 1 h 1088"/>
                <a:gd name="T12" fmla="*/ 0 w 1127"/>
                <a:gd name="T13" fmla="*/ 1 h 1088"/>
                <a:gd name="T14" fmla="*/ 0 w 1127"/>
                <a:gd name="T15" fmla="*/ 1 h 1088"/>
                <a:gd name="T16" fmla="*/ 0 w 1127"/>
                <a:gd name="T17" fmla="*/ 1 h 1088"/>
                <a:gd name="T18" fmla="*/ 0 w 1127"/>
                <a:gd name="T19" fmla="*/ 1 h 10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27"/>
                <a:gd name="T31" fmla="*/ 0 h 1088"/>
                <a:gd name="T32" fmla="*/ 1127 w 1127"/>
                <a:gd name="T33" fmla="*/ 1088 h 108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27" h="1088">
                  <a:moveTo>
                    <a:pt x="0" y="211"/>
                  </a:moveTo>
                  <a:lnTo>
                    <a:pt x="817" y="260"/>
                  </a:lnTo>
                  <a:lnTo>
                    <a:pt x="1106" y="0"/>
                  </a:lnTo>
                  <a:lnTo>
                    <a:pt x="1127" y="15"/>
                  </a:lnTo>
                  <a:lnTo>
                    <a:pt x="1087" y="827"/>
                  </a:lnTo>
                  <a:lnTo>
                    <a:pt x="1116" y="1088"/>
                  </a:lnTo>
                  <a:lnTo>
                    <a:pt x="26" y="1027"/>
                  </a:lnTo>
                  <a:lnTo>
                    <a:pt x="55" y="886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CC87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Freeform 23"/>
            <p:cNvSpPr>
              <a:spLocks/>
            </p:cNvSpPr>
            <p:nvPr/>
          </p:nvSpPr>
          <p:spPr bwMode="auto">
            <a:xfrm>
              <a:off x="801" y="1960"/>
              <a:ext cx="1191" cy="712"/>
            </a:xfrm>
            <a:custGeom>
              <a:avLst/>
              <a:gdLst>
                <a:gd name="T0" fmla="*/ 1 w 2382"/>
                <a:gd name="T1" fmla="*/ 1 h 1424"/>
                <a:gd name="T2" fmla="*/ 1 w 2382"/>
                <a:gd name="T3" fmla="*/ 1 h 1424"/>
                <a:gd name="T4" fmla="*/ 1 w 2382"/>
                <a:gd name="T5" fmla="*/ 1 h 1424"/>
                <a:gd name="T6" fmla="*/ 1 w 2382"/>
                <a:gd name="T7" fmla="*/ 1 h 1424"/>
                <a:gd name="T8" fmla="*/ 1 w 2382"/>
                <a:gd name="T9" fmla="*/ 1 h 1424"/>
                <a:gd name="T10" fmla="*/ 1 w 2382"/>
                <a:gd name="T11" fmla="*/ 1 h 1424"/>
                <a:gd name="T12" fmla="*/ 1 w 2382"/>
                <a:gd name="T13" fmla="*/ 1 h 1424"/>
                <a:gd name="T14" fmla="*/ 1 w 2382"/>
                <a:gd name="T15" fmla="*/ 1 h 1424"/>
                <a:gd name="T16" fmla="*/ 1 w 2382"/>
                <a:gd name="T17" fmla="*/ 1 h 1424"/>
                <a:gd name="T18" fmla="*/ 1 w 2382"/>
                <a:gd name="T19" fmla="*/ 1 h 1424"/>
                <a:gd name="T20" fmla="*/ 1 w 2382"/>
                <a:gd name="T21" fmla="*/ 1 h 1424"/>
                <a:gd name="T22" fmla="*/ 1 w 2382"/>
                <a:gd name="T23" fmla="*/ 1 h 1424"/>
                <a:gd name="T24" fmla="*/ 1 w 2382"/>
                <a:gd name="T25" fmla="*/ 1 h 1424"/>
                <a:gd name="T26" fmla="*/ 1 w 2382"/>
                <a:gd name="T27" fmla="*/ 1 h 1424"/>
                <a:gd name="T28" fmla="*/ 1 w 2382"/>
                <a:gd name="T29" fmla="*/ 1 h 1424"/>
                <a:gd name="T30" fmla="*/ 1 w 2382"/>
                <a:gd name="T31" fmla="*/ 1 h 1424"/>
                <a:gd name="T32" fmla="*/ 1 w 2382"/>
                <a:gd name="T33" fmla="*/ 1 h 1424"/>
                <a:gd name="T34" fmla="*/ 1 w 2382"/>
                <a:gd name="T35" fmla="*/ 1 h 1424"/>
                <a:gd name="T36" fmla="*/ 1 w 2382"/>
                <a:gd name="T37" fmla="*/ 1 h 1424"/>
                <a:gd name="T38" fmla="*/ 1 w 2382"/>
                <a:gd name="T39" fmla="*/ 1 h 1424"/>
                <a:gd name="T40" fmla="*/ 1 w 2382"/>
                <a:gd name="T41" fmla="*/ 1 h 1424"/>
                <a:gd name="T42" fmla="*/ 1 w 2382"/>
                <a:gd name="T43" fmla="*/ 1 h 1424"/>
                <a:gd name="T44" fmla="*/ 1 w 2382"/>
                <a:gd name="T45" fmla="*/ 1 h 1424"/>
                <a:gd name="T46" fmla="*/ 1 w 2382"/>
                <a:gd name="T47" fmla="*/ 1 h 1424"/>
                <a:gd name="T48" fmla="*/ 1 w 2382"/>
                <a:gd name="T49" fmla="*/ 1 h 1424"/>
                <a:gd name="T50" fmla="*/ 1 w 2382"/>
                <a:gd name="T51" fmla="*/ 1 h 1424"/>
                <a:gd name="T52" fmla="*/ 1 w 2382"/>
                <a:gd name="T53" fmla="*/ 1 h 1424"/>
                <a:gd name="T54" fmla="*/ 1 w 2382"/>
                <a:gd name="T55" fmla="*/ 1 h 1424"/>
                <a:gd name="T56" fmla="*/ 1 w 2382"/>
                <a:gd name="T57" fmla="*/ 1 h 1424"/>
                <a:gd name="T58" fmla="*/ 1 w 2382"/>
                <a:gd name="T59" fmla="*/ 1 h 1424"/>
                <a:gd name="T60" fmla="*/ 1 w 2382"/>
                <a:gd name="T61" fmla="*/ 1 h 1424"/>
                <a:gd name="T62" fmla="*/ 1 w 2382"/>
                <a:gd name="T63" fmla="*/ 1 h 1424"/>
                <a:gd name="T64" fmla="*/ 1 w 2382"/>
                <a:gd name="T65" fmla="*/ 1 h 1424"/>
                <a:gd name="T66" fmla="*/ 1 w 2382"/>
                <a:gd name="T67" fmla="*/ 1 h 1424"/>
                <a:gd name="T68" fmla="*/ 1 w 2382"/>
                <a:gd name="T69" fmla="*/ 1 h 1424"/>
                <a:gd name="T70" fmla="*/ 1 w 2382"/>
                <a:gd name="T71" fmla="*/ 1 h 1424"/>
                <a:gd name="T72" fmla="*/ 1 w 2382"/>
                <a:gd name="T73" fmla="*/ 1 h 1424"/>
                <a:gd name="T74" fmla="*/ 1 w 2382"/>
                <a:gd name="T75" fmla="*/ 1 h 1424"/>
                <a:gd name="T76" fmla="*/ 1 w 2382"/>
                <a:gd name="T77" fmla="*/ 1 h 1424"/>
                <a:gd name="T78" fmla="*/ 1 w 2382"/>
                <a:gd name="T79" fmla="*/ 1 h 1424"/>
                <a:gd name="T80" fmla="*/ 1 w 2382"/>
                <a:gd name="T81" fmla="*/ 1 h 1424"/>
                <a:gd name="T82" fmla="*/ 1 w 2382"/>
                <a:gd name="T83" fmla="*/ 1 h 1424"/>
                <a:gd name="T84" fmla="*/ 1 w 2382"/>
                <a:gd name="T85" fmla="*/ 1 h 1424"/>
                <a:gd name="T86" fmla="*/ 1 w 2382"/>
                <a:gd name="T87" fmla="*/ 1 h 1424"/>
                <a:gd name="T88" fmla="*/ 1 w 2382"/>
                <a:gd name="T89" fmla="*/ 1 h 1424"/>
                <a:gd name="T90" fmla="*/ 1 w 2382"/>
                <a:gd name="T91" fmla="*/ 1 h 1424"/>
                <a:gd name="T92" fmla="*/ 1 w 2382"/>
                <a:gd name="T93" fmla="*/ 1 h 1424"/>
                <a:gd name="T94" fmla="*/ 1 w 2382"/>
                <a:gd name="T95" fmla="*/ 1 h 1424"/>
                <a:gd name="T96" fmla="*/ 1 w 2382"/>
                <a:gd name="T97" fmla="*/ 1 h 1424"/>
                <a:gd name="T98" fmla="*/ 1 w 2382"/>
                <a:gd name="T99" fmla="*/ 1 h 1424"/>
                <a:gd name="T100" fmla="*/ 1 w 2382"/>
                <a:gd name="T101" fmla="*/ 1 h 1424"/>
                <a:gd name="T102" fmla="*/ 1 w 2382"/>
                <a:gd name="T103" fmla="*/ 1 h 1424"/>
                <a:gd name="T104" fmla="*/ 1 w 2382"/>
                <a:gd name="T105" fmla="*/ 1 h 1424"/>
                <a:gd name="T106" fmla="*/ 1 w 2382"/>
                <a:gd name="T107" fmla="*/ 1 h 1424"/>
                <a:gd name="T108" fmla="*/ 1 w 2382"/>
                <a:gd name="T109" fmla="*/ 1 h 1424"/>
                <a:gd name="T110" fmla="*/ 1 w 2382"/>
                <a:gd name="T111" fmla="*/ 1 h 1424"/>
                <a:gd name="T112" fmla="*/ 1 w 2382"/>
                <a:gd name="T113" fmla="*/ 1 h 1424"/>
                <a:gd name="T114" fmla="*/ 1 w 2382"/>
                <a:gd name="T115" fmla="*/ 1 h 1424"/>
                <a:gd name="T116" fmla="*/ 1 w 2382"/>
                <a:gd name="T117" fmla="*/ 1 h 1424"/>
                <a:gd name="T118" fmla="*/ 1 w 2382"/>
                <a:gd name="T119" fmla="*/ 1 h 142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382"/>
                <a:gd name="T181" fmla="*/ 0 h 1424"/>
                <a:gd name="T182" fmla="*/ 2382 w 2382"/>
                <a:gd name="T183" fmla="*/ 1424 h 1424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382" h="1424">
                  <a:moveTo>
                    <a:pt x="1201" y="281"/>
                  </a:moveTo>
                  <a:lnTo>
                    <a:pt x="1203" y="281"/>
                  </a:lnTo>
                  <a:lnTo>
                    <a:pt x="1207" y="281"/>
                  </a:lnTo>
                  <a:lnTo>
                    <a:pt x="1213" y="283"/>
                  </a:lnTo>
                  <a:lnTo>
                    <a:pt x="1218" y="283"/>
                  </a:lnTo>
                  <a:lnTo>
                    <a:pt x="1224" y="285"/>
                  </a:lnTo>
                  <a:lnTo>
                    <a:pt x="1232" y="287"/>
                  </a:lnTo>
                  <a:lnTo>
                    <a:pt x="1241" y="289"/>
                  </a:lnTo>
                  <a:lnTo>
                    <a:pt x="1247" y="291"/>
                  </a:lnTo>
                  <a:lnTo>
                    <a:pt x="1254" y="295"/>
                  </a:lnTo>
                  <a:lnTo>
                    <a:pt x="1262" y="296"/>
                  </a:lnTo>
                  <a:lnTo>
                    <a:pt x="1270" y="298"/>
                  </a:lnTo>
                  <a:lnTo>
                    <a:pt x="1275" y="302"/>
                  </a:lnTo>
                  <a:lnTo>
                    <a:pt x="1281" y="306"/>
                  </a:lnTo>
                  <a:lnTo>
                    <a:pt x="1285" y="310"/>
                  </a:lnTo>
                  <a:lnTo>
                    <a:pt x="1289" y="314"/>
                  </a:lnTo>
                  <a:lnTo>
                    <a:pt x="1384" y="325"/>
                  </a:lnTo>
                  <a:lnTo>
                    <a:pt x="1382" y="325"/>
                  </a:lnTo>
                  <a:lnTo>
                    <a:pt x="1380" y="327"/>
                  </a:lnTo>
                  <a:lnTo>
                    <a:pt x="1376" y="331"/>
                  </a:lnTo>
                  <a:lnTo>
                    <a:pt x="1372" y="334"/>
                  </a:lnTo>
                  <a:lnTo>
                    <a:pt x="1365" y="338"/>
                  </a:lnTo>
                  <a:lnTo>
                    <a:pt x="1359" y="344"/>
                  </a:lnTo>
                  <a:lnTo>
                    <a:pt x="1349" y="352"/>
                  </a:lnTo>
                  <a:lnTo>
                    <a:pt x="1342" y="359"/>
                  </a:lnTo>
                  <a:lnTo>
                    <a:pt x="1336" y="361"/>
                  </a:lnTo>
                  <a:lnTo>
                    <a:pt x="1330" y="367"/>
                  </a:lnTo>
                  <a:lnTo>
                    <a:pt x="1327" y="369"/>
                  </a:lnTo>
                  <a:lnTo>
                    <a:pt x="1321" y="374"/>
                  </a:lnTo>
                  <a:lnTo>
                    <a:pt x="1315" y="378"/>
                  </a:lnTo>
                  <a:lnTo>
                    <a:pt x="1310" y="382"/>
                  </a:lnTo>
                  <a:lnTo>
                    <a:pt x="1304" y="388"/>
                  </a:lnTo>
                  <a:lnTo>
                    <a:pt x="1298" y="393"/>
                  </a:lnTo>
                  <a:lnTo>
                    <a:pt x="1292" y="397"/>
                  </a:lnTo>
                  <a:lnTo>
                    <a:pt x="1285" y="403"/>
                  </a:lnTo>
                  <a:lnTo>
                    <a:pt x="1279" y="407"/>
                  </a:lnTo>
                  <a:lnTo>
                    <a:pt x="1273" y="412"/>
                  </a:lnTo>
                  <a:lnTo>
                    <a:pt x="1266" y="418"/>
                  </a:lnTo>
                  <a:lnTo>
                    <a:pt x="1260" y="424"/>
                  </a:lnTo>
                  <a:lnTo>
                    <a:pt x="1254" y="430"/>
                  </a:lnTo>
                  <a:lnTo>
                    <a:pt x="1249" y="435"/>
                  </a:lnTo>
                  <a:lnTo>
                    <a:pt x="1241" y="439"/>
                  </a:lnTo>
                  <a:lnTo>
                    <a:pt x="1235" y="445"/>
                  </a:lnTo>
                  <a:lnTo>
                    <a:pt x="1228" y="450"/>
                  </a:lnTo>
                  <a:lnTo>
                    <a:pt x="1220" y="456"/>
                  </a:lnTo>
                  <a:lnTo>
                    <a:pt x="1214" y="460"/>
                  </a:lnTo>
                  <a:lnTo>
                    <a:pt x="1209" y="468"/>
                  </a:lnTo>
                  <a:lnTo>
                    <a:pt x="1201" y="471"/>
                  </a:lnTo>
                  <a:lnTo>
                    <a:pt x="1197" y="477"/>
                  </a:lnTo>
                  <a:lnTo>
                    <a:pt x="1190" y="483"/>
                  </a:lnTo>
                  <a:lnTo>
                    <a:pt x="1184" y="488"/>
                  </a:lnTo>
                  <a:lnTo>
                    <a:pt x="1178" y="494"/>
                  </a:lnTo>
                  <a:lnTo>
                    <a:pt x="1173" y="500"/>
                  </a:lnTo>
                  <a:lnTo>
                    <a:pt x="1165" y="504"/>
                  </a:lnTo>
                  <a:lnTo>
                    <a:pt x="1161" y="509"/>
                  </a:lnTo>
                  <a:lnTo>
                    <a:pt x="1156" y="515"/>
                  </a:lnTo>
                  <a:lnTo>
                    <a:pt x="1150" y="521"/>
                  </a:lnTo>
                  <a:lnTo>
                    <a:pt x="1144" y="525"/>
                  </a:lnTo>
                  <a:lnTo>
                    <a:pt x="1140" y="528"/>
                  </a:lnTo>
                  <a:lnTo>
                    <a:pt x="1135" y="532"/>
                  </a:lnTo>
                  <a:lnTo>
                    <a:pt x="1131" y="538"/>
                  </a:lnTo>
                  <a:lnTo>
                    <a:pt x="1121" y="546"/>
                  </a:lnTo>
                  <a:lnTo>
                    <a:pt x="1114" y="555"/>
                  </a:lnTo>
                  <a:lnTo>
                    <a:pt x="1108" y="563"/>
                  </a:lnTo>
                  <a:lnTo>
                    <a:pt x="1102" y="568"/>
                  </a:lnTo>
                  <a:lnTo>
                    <a:pt x="1098" y="576"/>
                  </a:lnTo>
                  <a:lnTo>
                    <a:pt x="1097" y="582"/>
                  </a:lnTo>
                  <a:lnTo>
                    <a:pt x="1097" y="580"/>
                  </a:lnTo>
                  <a:lnTo>
                    <a:pt x="1095" y="580"/>
                  </a:lnTo>
                  <a:lnTo>
                    <a:pt x="1091" y="580"/>
                  </a:lnTo>
                  <a:lnTo>
                    <a:pt x="1087" y="580"/>
                  </a:lnTo>
                  <a:lnTo>
                    <a:pt x="1081" y="578"/>
                  </a:lnTo>
                  <a:lnTo>
                    <a:pt x="1076" y="578"/>
                  </a:lnTo>
                  <a:lnTo>
                    <a:pt x="1068" y="576"/>
                  </a:lnTo>
                  <a:lnTo>
                    <a:pt x="1060" y="576"/>
                  </a:lnTo>
                  <a:lnTo>
                    <a:pt x="1049" y="576"/>
                  </a:lnTo>
                  <a:lnTo>
                    <a:pt x="1040" y="574"/>
                  </a:lnTo>
                  <a:lnTo>
                    <a:pt x="1028" y="574"/>
                  </a:lnTo>
                  <a:lnTo>
                    <a:pt x="1017" y="572"/>
                  </a:lnTo>
                  <a:lnTo>
                    <a:pt x="1003" y="570"/>
                  </a:lnTo>
                  <a:lnTo>
                    <a:pt x="992" y="570"/>
                  </a:lnTo>
                  <a:lnTo>
                    <a:pt x="977" y="568"/>
                  </a:lnTo>
                  <a:lnTo>
                    <a:pt x="964" y="568"/>
                  </a:lnTo>
                  <a:lnTo>
                    <a:pt x="946" y="566"/>
                  </a:lnTo>
                  <a:lnTo>
                    <a:pt x="929" y="565"/>
                  </a:lnTo>
                  <a:lnTo>
                    <a:pt x="912" y="563"/>
                  </a:lnTo>
                  <a:lnTo>
                    <a:pt x="895" y="561"/>
                  </a:lnTo>
                  <a:lnTo>
                    <a:pt x="876" y="561"/>
                  </a:lnTo>
                  <a:lnTo>
                    <a:pt x="857" y="559"/>
                  </a:lnTo>
                  <a:lnTo>
                    <a:pt x="838" y="557"/>
                  </a:lnTo>
                  <a:lnTo>
                    <a:pt x="821" y="555"/>
                  </a:lnTo>
                  <a:lnTo>
                    <a:pt x="800" y="553"/>
                  </a:lnTo>
                  <a:lnTo>
                    <a:pt x="779" y="553"/>
                  </a:lnTo>
                  <a:lnTo>
                    <a:pt x="758" y="549"/>
                  </a:lnTo>
                  <a:lnTo>
                    <a:pt x="737" y="549"/>
                  </a:lnTo>
                  <a:lnTo>
                    <a:pt x="716" y="547"/>
                  </a:lnTo>
                  <a:lnTo>
                    <a:pt x="694" y="546"/>
                  </a:lnTo>
                  <a:lnTo>
                    <a:pt x="673" y="544"/>
                  </a:lnTo>
                  <a:lnTo>
                    <a:pt x="652" y="544"/>
                  </a:lnTo>
                  <a:lnTo>
                    <a:pt x="629" y="540"/>
                  </a:lnTo>
                  <a:lnTo>
                    <a:pt x="606" y="540"/>
                  </a:lnTo>
                  <a:lnTo>
                    <a:pt x="583" y="538"/>
                  </a:lnTo>
                  <a:lnTo>
                    <a:pt x="560" y="536"/>
                  </a:lnTo>
                  <a:lnTo>
                    <a:pt x="538" y="534"/>
                  </a:lnTo>
                  <a:lnTo>
                    <a:pt x="517" y="534"/>
                  </a:lnTo>
                  <a:lnTo>
                    <a:pt x="494" y="532"/>
                  </a:lnTo>
                  <a:lnTo>
                    <a:pt x="471" y="532"/>
                  </a:lnTo>
                  <a:lnTo>
                    <a:pt x="448" y="530"/>
                  </a:lnTo>
                  <a:lnTo>
                    <a:pt x="425" y="528"/>
                  </a:lnTo>
                  <a:lnTo>
                    <a:pt x="403" y="527"/>
                  </a:lnTo>
                  <a:lnTo>
                    <a:pt x="380" y="527"/>
                  </a:lnTo>
                  <a:lnTo>
                    <a:pt x="359" y="525"/>
                  </a:lnTo>
                  <a:lnTo>
                    <a:pt x="338" y="525"/>
                  </a:lnTo>
                  <a:lnTo>
                    <a:pt x="317" y="523"/>
                  </a:lnTo>
                  <a:lnTo>
                    <a:pt x="296" y="523"/>
                  </a:lnTo>
                  <a:lnTo>
                    <a:pt x="275" y="523"/>
                  </a:lnTo>
                  <a:lnTo>
                    <a:pt x="254" y="521"/>
                  </a:lnTo>
                  <a:lnTo>
                    <a:pt x="235" y="521"/>
                  </a:lnTo>
                  <a:lnTo>
                    <a:pt x="216" y="521"/>
                  </a:lnTo>
                  <a:lnTo>
                    <a:pt x="197" y="521"/>
                  </a:lnTo>
                  <a:lnTo>
                    <a:pt x="178" y="521"/>
                  </a:lnTo>
                  <a:lnTo>
                    <a:pt x="161" y="521"/>
                  </a:lnTo>
                  <a:lnTo>
                    <a:pt x="144" y="521"/>
                  </a:lnTo>
                  <a:lnTo>
                    <a:pt x="127" y="521"/>
                  </a:lnTo>
                  <a:lnTo>
                    <a:pt x="112" y="521"/>
                  </a:lnTo>
                  <a:lnTo>
                    <a:pt x="97" y="521"/>
                  </a:lnTo>
                  <a:lnTo>
                    <a:pt x="81" y="523"/>
                  </a:lnTo>
                  <a:lnTo>
                    <a:pt x="68" y="523"/>
                  </a:lnTo>
                  <a:lnTo>
                    <a:pt x="57" y="525"/>
                  </a:lnTo>
                  <a:lnTo>
                    <a:pt x="43" y="525"/>
                  </a:lnTo>
                  <a:lnTo>
                    <a:pt x="34" y="527"/>
                  </a:lnTo>
                  <a:lnTo>
                    <a:pt x="325" y="306"/>
                  </a:lnTo>
                  <a:lnTo>
                    <a:pt x="454" y="308"/>
                  </a:lnTo>
                  <a:lnTo>
                    <a:pt x="469" y="293"/>
                  </a:lnTo>
                  <a:lnTo>
                    <a:pt x="355" y="293"/>
                  </a:lnTo>
                  <a:lnTo>
                    <a:pt x="861" y="93"/>
                  </a:lnTo>
                  <a:lnTo>
                    <a:pt x="872" y="68"/>
                  </a:lnTo>
                  <a:lnTo>
                    <a:pt x="315" y="281"/>
                  </a:lnTo>
                  <a:lnTo>
                    <a:pt x="308" y="302"/>
                  </a:lnTo>
                  <a:lnTo>
                    <a:pt x="306" y="302"/>
                  </a:lnTo>
                  <a:lnTo>
                    <a:pt x="304" y="304"/>
                  </a:lnTo>
                  <a:lnTo>
                    <a:pt x="298" y="306"/>
                  </a:lnTo>
                  <a:lnTo>
                    <a:pt x="294" y="312"/>
                  </a:lnTo>
                  <a:lnTo>
                    <a:pt x="287" y="315"/>
                  </a:lnTo>
                  <a:lnTo>
                    <a:pt x="279" y="321"/>
                  </a:lnTo>
                  <a:lnTo>
                    <a:pt x="273" y="323"/>
                  </a:lnTo>
                  <a:lnTo>
                    <a:pt x="268" y="329"/>
                  </a:lnTo>
                  <a:lnTo>
                    <a:pt x="264" y="331"/>
                  </a:lnTo>
                  <a:lnTo>
                    <a:pt x="260" y="336"/>
                  </a:lnTo>
                  <a:lnTo>
                    <a:pt x="252" y="338"/>
                  </a:lnTo>
                  <a:lnTo>
                    <a:pt x="247" y="344"/>
                  </a:lnTo>
                  <a:lnTo>
                    <a:pt x="241" y="346"/>
                  </a:lnTo>
                  <a:lnTo>
                    <a:pt x="235" y="352"/>
                  </a:lnTo>
                  <a:lnTo>
                    <a:pt x="228" y="355"/>
                  </a:lnTo>
                  <a:lnTo>
                    <a:pt x="222" y="359"/>
                  </a:lnTo>
                  <a:lnTo>
                    <a:pt x="214" y="365"/>
                  </a:lnTo>
                  <a:lnTo>
                    <a:pt x="209" y="371"/>
                  </a:lnTo>
                  <a:lnTo>
                    <a:pt x="201" y="374"/>
                  </a:lnTo>
                  <a:lnTo>
                    <a:pt x="195" y="380"/>
                  </a:lnTo>
                  <a:lnTo>
                    <a:pt x="188" y="386"/>
                  </a:lnTo>
                  <a:lnTo>
                    <a:pt x="182" y="390"/>
                  </a:lnTo>
                  <a:lnTo>
                    <a:pt x="175" y="395"/>
                  </a:lnTo>
                  <a:lnTo>
                    <a:pt x="167" y="401"/>
                  </a:lnTo>
                  <a:lnTo>
                    <a:pt x="159" y="405"/>
                  </a:lnTo>
                  <a:lnTo>
                    <a:pt x="154" y="411"/>
                  </a:lnTo>
                  <a:lnTo>
                    <a:pt x="146" y="416"/>
                  </a:lnTo>
                  <a:lnTo>
                    <a:pt x="138" y="422"/>
                  </a:lnTo>
                  <a:lnTo>
                    <a:pt x="131" y="426"/>
                  </a:lnTo>
                  <a:lnTo>
                    <a:pt x="123" y="431"/>
                  </a:lnTo>
                  <a:lnTo>
                    <a:pt x="116" y="437"/>
                  </a:lnTo>
                  <a:lnTo>
                    <a:pt x="110" y="441"/>
                  </a:lnTo>
                  <a:lnTo>
                    <a:pt x="102" y="447"/>
                  </a:lnTo>
                  <a:lnTo>
                    <a:pt x="97" y="452"/>
                  </a:lnTo>
                  <a:lnTo>
                    <a:pt x="89" y="456"/>
                  </a:lnTo>
                  <a:lnTo>
                    <a:pt x="81" y="462"/>
                  </a:lnTo>
                  <a:lnTo>
                    <a:pt x="76" y="466"/>
                  </a:lnTo>
                  <a:lnTo>
                    <a:pt x="70" y="471"/>
                  </a:lnTo>
                  <a:lnTo>
                    <a:pt x="62" y="475"/>
                  </a:lnTo>
                  <a:lnTo>
                    <a:pt x="57" y="479"/>
                  </a:lnTo>
                  <a:lnTo>
                    <a:pt x="53" y="483"/>
                  </a:lnTo>
                  <a:lnTo>
                    <a:pt x="47" y="488"/>
                  </a:lnTo>
                  <a:lnTo>
                    <a:pt x="41" y="492"/>
                  </a:lnTo>
                  <a:lnTo>
                    <a:pt x="36" y="496"/>
                  </a:lnTo>
                  <a:lnTo>
                    <a:pt x="32" y="498"/>
                  </a:lnTo>
                  <a:lnTo>
                    <a:pt x="26" y="504"/>
                  </a:lnTo>
                  <a:lnTo>
                    <a:pt x="19" y="509"/>
                  </a:lnTo>
                  <a:lnTo>
                    <a:pt x="13" y="515"/>
                  </a:lnTo>
                  <a:lnTo>
                    <a:pt x="7" y="519"/>
                  </a:lnTo>
                  <a:lnTo>
                    <a:pt x="3" y="525"/>
                  </a:lnTo>
                  <a:lnTo>
                    <a:pt x="0" y="527"/>
                  </a:lnTo>
                  <a:lnTo>
                    <a:pt x="2" y="528"/>
                  </a:lnTo>
                  <a:lnTo>
                    <a:pt x="2" y="532"/>
                  </a:lnTo>
                  <a:lnTo>
                    <a:pt x="3" y="538"/>
                  </a:lnTo>
                  <a:lnTo>
                    <a:pt x="3" y="544"/>
                  </a:lnTo>
                  <a:lnTo>
                    <a:pt x="7" y="547"/>
                  </a:lnTo>
                  <a:lnTo>
                    <a:pt x="9" y="551"/>
                  </a:lnTo>
                  <a:lnTo>
                    <a:pt x="11" y="555"/>
                  </a:lnTo>
                  <a:lnTo>
                    <a:pt x="15" y="555"/>
                  </a:lnTo>
                  <a:lnTo>
                    <a:pt x="21" y="555"/>
                  </a:lnTo>
                  <a:lnTo>
                    <a:pt x="22" y="553"/>
                  </a:lnTo>
                  <a:lnTo>
                    <a:pt x="26" y="553"/>
                  </a:lnTo>
                  <a:lnTo>
                    <a:pt x="32" y="553"/>
                  </a:lnTo>
                  <a:lnTo>
                    <a:pt x="40" y="553"/>
                  </a:lnTo>
                  <a:lnTo>
                    <a:pt x="41" y="551"/>
                  </a:lnTo>
                  <a:lnTo>
                    <a:pt x="47" y="551"/>
                  </a:lnTo>
                  <a:lnTo>
                    <a:pt x="53" y="551"/>
                  </a:lnTo>
                  <a:lnTo>
                    <a:pt x="59" y="551"/>
                  </a:lnTo>
                  <a:lnTo>
                    <a:pt x="62" y="551"/>
                  </a:lnTo>
                  <a:lnTo>
                    <a:pt x="70" y="551"/>
                  </a:lnTo>
                  <a:lnTo>
                    <a:pt x="76" y="551"/>
                  </a:lnTo>
                  <a:lnTo>
                    <a:pt x="83" y="551"/>
                  </a:lnTo>
                  <a:lnTo>
                    <a:pt x="89" y="549"/>
                  </a:lnTo>
                  <a:lnTo>
                    <a:pt x="97" y="549"/>
                  </a:lnTo>
                  <a:lnTo>
                    <a:pt x="104" y="549"/>
                  </a:lnTo>
                  <a:lnTo>
                    <a:pt x="112" y="549"/>
                  </a:lnTo>
                  <a:lnTo>
                    <a:pt x="119" y="547"/>
                  </a:lnTo>
                  <a:lnTo>
                    <a:pt x="127" y="547"/>
                  </a:lnTo>
                  <a:lnTo>
                    <a:pt x="135" y="547"/>
                  </a:lnTo>
                  <a:lnTo>
                    <a:pt x="144" y="547"/>
                  </a:lnTo>
                  <a:lnTo>
                    <a:pt x="152" y="547"/>
                  </a:lnTo>
                  <a:lnTo>
                    <a:pt x="161" y="547"/>
                  </a:lnTo>
                  <a:lnTo>
                    <a:pt x="169" y="547"/>
                  </a:lnTo>
                  <a:lnTo>
                    <a:pt x="180" y="547"/>
                  </a:lnTo>
                  <a:lnTo>
                    <a:pt x="190" y="547"/>
                  </a:lnTo>
                  <a:lnTo>
                    <a:pt x="197" y="547"/>
                  </a:lnTo>
                  <a:lnTo>
                    <a:pt x="207" y="547"/>
                  </a:lnTo>
                  <a:lnTo>
                    <a:pt x="218" y="547"/>
                  </a:lnTo>
                  <a:lnTo>
                    <a:pt x="226" y="546"/>
                  </a:lnTo>
                  <a:lnTo>
                    <a:pt x="235" y="546"/>
                  </a:lnTo>
                  <a:lnTo>
                    <a:pt x="245" y="546"/>
                  </a:lnTo>
                  <a:lnTo>
                    <a:pt x="254" y="546"/>
                  </a:lnTo>
                  <a:lnTo>
                    <a:pt x="264" y="546"/>
                  </a:lnTo>
                  <a:lnTo>
                    <a:pt x="273" y="546"/>
                  </a:lnTo>
                  <a:lnTo>
                    <a:pt x="283" y="546"/>
                  </a:lnTo>
                  <a:lnTo>
                    <a:pt x="292" y="546"/>
                  </a:lnTo>
                  <a:lnTo>
                    <a:pt x="302" y="546"/>
                  </a:lnTo>
                  <a:lnTo>
                    <a:pt x="311" y="546"/>
                  </a:lnTo>
                  <a:lnTo>
                    <a:pt x="321" y="546"/>
                  </a:lnTo>
                  <a:lnTo>
                    <a:pt x="330" y="546"/>
                  </a:lnTo>
                  <a:lnTo>
                    <a:pt x="338" y="546"/>
                  </a:lnTo>
                  <a:lnTo>
                    <a:pt x="348" y="546"/>
                  </a:lnTo>
                  <a:lnTo>
                    <a:pt x="357" y="546"/>
                  </a:lnTo>
                  <a:lnTo>
                    <a:pt x="367" y="546"/>
                  </a:lnTo>
                  <a:lnTo>
                    <a:pt x="374" y="546"/>
                  </a:lnTo>
                  <a:lnTo>
                    <a:pt x="382" y="546"/>
                  </a:lnTo>
                  <a:lnTo>
                    <a:pt x="391" y="546"/>
                  </a:lnTo>
                  <a:lnTo>
                    <a:pt x="399" y="546"/>
                  </a:lnTo>
                  <a:lnTo>
                    <a:pt x="406" y="546"/>
                  </a:lnTo>
                  <a:lnTo>
                    <a:pt x="414" y="546"/>
                  </a:lnTo>
                  <a:lnTo>
                    <a:pt x="422" y="546"/>
                  </a:lnTo>
                  <a:lnTo>
                    <a:pt x="429" y="546"/>
                  </a:lnTo>
                  <a:lnTo>
                    <a:pt x="437" y="546"/>
                  </a:lnTo>
                  <a:lnTo>
                    <a:pt x="443" y="546"/>
                  </a:lnTo>
                  <a:lnTo>
                    <a:pt x="450" y="546"/>
                  </a:lnTo>
                  <a:lnTo>
                    <a:pt x="456" y="546"/>
                  </a:lnTo>
                  <a:lnTo>
                    <a:pt x="462" y="546"/>
                  </a:lnTo>
                  <a:lnTo>
                    <a:pt x="467" y="547"/>
                  </a:lnTo>
                  <a:lnTo>
                    <a:pt x="473" y="547"/>
                  </a:lnTo>
                  <a:lnTo>
                    <a:pt x="479" y="547"/>
                  </a:lnTo>
                  <a:lnTo>
                    <a:pt x="483" y="547"/>
                  </a:lnTo>
                  <a:lnTo>
                    <a:pt x="488" y="547"/>
                  </a:lnTo>
                  <a:lnTo>
                    <a:pt x="492" y="547"/>
                  </a:lnTo>
                  <a:lnTo>
                    <a:pt x="500" y="547"/>
                  </a:lnTo>
                  <a:lnTo>
                    <a:pt x="505" y="547"/>
                  </a:lnTo>
                  <a:lnTo>
                    <a:pt x="513" y="549"/>
                  </a:lnTo>
                  <a:lnTo>
                    <a:pt x="521" y="549"/>
                  </a:lnTo>
                  <a:lnTo>
                    <a:pt x="530" y="551"/>
                  </a:lnTo>
                  <a:lnTo>
                    <a:pt x="538" y="551"/>
                  </a:lnTo>
                  <a:lnTo>
                    <a:pt x="545" y="551"/>
                  </a:lnTo>
                  <a:lnTo>
                    <a:pt x="557" y="551"/>
                  </a:lnTo>
                  <a:lnTo>
                    <a:pt x="566" y="553"/>
                  </a:lnTo>
                  <a:lnTo>
                    <a:pt x="576" y="553"/>
                  </a:lnTo>
                  <a:lnTo>
                    <a:pt x="585" y="553"/>
                  </a:lnTo>
                  <a:lnTo>
                    <a:pt x="597" y="553"/>
                  </a:lnTo>
                  <a:lnTo>
                    <a:pt x="608" y="555"/>
                  </a:lnTo>
                  <a:lnTo>
                    <a:pt x="618" y="555"/>
                  </a:lnTo>
                  <a:lnTo>
                    <a:pt x="631" y="557"/>
                  </a:lnTo>
                  <a:lnTo>
                    <a:pt x="640" y="557"/>
                  </a:lnTo>
                  <a:lnTo>
                    <a:pt x="654" y="559"/>
                  </a:lnTo>
                  <a:lnTo>
                    <a:pt x="665" y="559"/>
                  </a:lnTo>
                  <a:lnTo>
                    <a:pt x="678" y="559"/>
                  </a:lnTo>
                  <a:lnTo>
                    <a:pt x="690" y="561"/>
                  </a:lnTo>
                  <a:lnTo>
                    <a:pt x="703" y="561"/>
                  </a:lnTo>
                  <a:lnTo>
                    <a:pt x="714" y="563"/>
                  </a:lnTo>
                  <a:lnTo>
                    <a:pt x="728" y="563"/>
                  </a:lnTo>
                  <a:lnTo>
                    <a:pt x="741" y="565"/>
                  </a:lnTo>
                  <a:lnTo>
                    <a:pt x="754" y="566"/>
                  </a:lnTo>
                  <a:lnTo>
                    <a:pt x="766" y="566"/>
                  </a:lnTo>
                  <a:lnTo>
                    <a:pt x="779" y="568"/>
                  </a:lnTo>
                  <a:lnTo>
                    <a:pt x="792" y="568"/>
                  </a:lnTo>
                  <a:lnTo>
                    <a:pt x="806" y="570"/>
                  </a:lnTo>
                  <a:lnTo>
                    <a:pt x="819" y="570"/>
                  </a:lnTo>
                  <a:lnTo>
                    <a:pt x="830" y="572"/>
                  </a:lnTo>
                  <a:lnTo>
                    <a:pt x="844" y="574"/>
                  </a:lnTo>
                  <a:lnTo>
                    <a:pt x="857" y="576"/>
                  </a:lnTo>
                  <a:lnTo>
                    <a:pt x="868" y="576"/>
                  </a:lnTo>
                  <a:lnTo>
                    <a:pt x="880" y="576"/>
                  </a:lnTo>
                  <a:lnTo>
                    <a:pt x="893" y="578"/>
                  </a:lnTo>
                  <a:lnTo>
                    <a:pt x="906" y="580"/>
                  </a:lnTo>
                  <a:lnTo>
                    <a:pt x="916" y="580"/>
                  </a:lnTo>
                  <a:lnTo>
                    <a:pt x="929" y="582"/>
                  </a:lnTo>
                  <a:lnTo>
                    <a:pt x="941" y="584"/>
                  </a:lnTo>
                  <a:lnTo>
                    <a:pt x="952" y="584"/>
                  </a:lnTo>
                  <a:lnTo>
                    <a:pt x="964" y="585"/>
                  </a:lnTo>
                  <a:lnTo>
                    <a:pt x="973" y="587"/>
                  </a:lnTo>
                  <a:lnTo>
                    <a:pt x="984" y="587"/>
                  </a:lnTo>
                  <a:lnTo>
                    <a:pt x="994" y="589"/>
                  </a:lnTo>
                  <a:lnTo>
                    <a:pt x="1003" y="589"/>
                  </a:lnTo>
                  <a:lnTo>
                    <a:pt x="1013" y="591"/>
                  </a:lnTo>
                  <a:lnTo>
                    <a:pt x="1021" y="593"/>
                  </a:lnTo>
                  <a:lnTo>
                    <a:pt x="1030" y="595"/>
                  </a:lnTo>
                  <a:lnTo>
                    <a:pt x="1038" y="595"/>
                  </a:lnTo>
                  <a:lnTo>
                    <a:pt x="1047" y="597"/>
                  </a:lnTo>
                  <a:lnTo>
                    <a:pt x="1055" y="597"/>
                  </a:lnTo>
                  <a:lnTo>
                    <a:pt x="1062" y="599"/>
                  </a:lnTo>
                  <a:lnTo>
                    <a:pt x="1068" y="601"/>
                  </a:lnTo>
                  <a:lnTo>
                    <a:pt x="1074" y="603"/>
                  </a:lnTo>
                  <a:lnTo>
                    <a:pt x="1078" y="603"/>
                  </a:lnTo>
                  <a:lnTo>
                    <a:pt x="1083" y="604"/>
                  </a:lnTo>
                  <a:lnTo>
                    <a:pt x="1087" y="604"/>
                  </a:lnTo>
                  <a:lnTo>
                    <a:pt x="1093" y="606"/>
                  </a:lnTo>
                  <a:lnTo>
                    <a:pt x="1095" y="608"/>
                  </a:lnTo>
                  <a:lnTo>
                    <a:pt x="1098" y="610"/>
                  </a:lnTo>
                  <a:lnTo>
                    <a:pt x="1098" y="608"/>
                  </a:lnTo>
                  <a:lnTo>
                    <a:pt x="1102" y="604"/>
                  </a:lnTo>
                  <a:lnTo>
                    <a:pt x="1106" y="601"/>
                  </a:lnTo>
                  <a:lnTo>
                    <a:pt x="1114" y="597"/>
                  </a:lnTo>
                  <a:lnTo>
                    <a:pt x="1117" y="591"/>
                  </a:lnTo>
                  <a:lnTo>
                    <a:pt x="1121" y="587"/>
                  </a:lnTo>
                  <a:lnTo>
                    <a:pt x="1127" y="584"/>
                  </a:lnTo>
                  <a:lnTo>
                    <a:pt x="1131" y="578"/>
                  </a:lnTo>
                  <a:lnTo>
                    <a:pt x="1137" y="572"/>
                  </a:lnTo>
                  <a:lnTo>
                    <a:pt x="1142" y="568"/>
                  </a:lnTo>
                  <a:lnTo>
                    <a:pt x="1148" y="561"/>
                  </a:lnTo>
                  <a:lnTo>
                    <a:pt x="1156" y="555"/>
                  </a:lnTo>
                  <a:lnTo>
                    <a:pt x="1157" y="549"/>
                  </a:lnTo>
                  <a:lnTo>
                    <a:pt x="1163" y="546"/>
                  </a:lnTo>
                  <a:lnTo>
                    <a:pt x="1167" y="540"/>
                  </a:lnTo>
                  <a:lnTo>
                    <a:pt x="1175" y="534"/>
                  </a:lnTo>
                  <a:lnTo>
                    <a:pt x="1182" y="527"/>
                  </a:lnTo>
                  <a:lnTo>
                    <a:pt x="1190" y="521"/>
                  </a:lnTo>
                  <a:lnTo>
                    <a:pt x="1194" y="517"/>
                  </a:lnTo>
                  <a:lnTo>
                    <a:pt x="1197" y="513"/>
                  </a:lnTo>
                  <a:lnTo>
                    <a:pt x="1203" y="509"/>
                  </a:lnTo>
                  <a:lnTo>
                    <a:pt x="1207" y="506"/>
                  </a:lnTo>
                  <a:lnTo>
                    <a:pt x="1213" y="500"/>
                  </a:lnTo>
                  <a:lnTo>
                    <a:pt x="1216" y="496"/>
                  </a:lnTo>
                  <a:lnTo>
                    <a:pt x="1220" y="492"/>
                  </a:lnTo>
                  <a:lnTo>
                    <a:pt x="1226" y="488"/>
                  </a:lnTo>
                  <a:lnTo>
                    <a:pt x="1232" y="483"/>
                  </a:lnTo>
                  <a:lnTo>
                    <a:pt x="1235" y="479"/>
                  </a:lnTo>
                  <a:lnTo>
                    <a:pt x="1241" y="475"/>
                  </a:lnTo>
                  <a:lnTo>
                    <a:pt x="1247" y="469"/>
                  </a:lnTo>
                  <a:lnTo>
                    <a:pt x="1252" y="466"/>
                  </a:lnTo>
                  <a:lnTo>
                    <a:pt x="1256" y="460"/>
                  </a:lnTo>
                  <a:lnTo>
                    <a:pt x="1264" y="454"/>
                  </a:lnTo>
                  <a:lnTo>
                    <a:pt x="1270" y="450"/>
                  </a:lnTo>
                  <a:lnTo>
                    <a:pt x="1273" y="447"/>
                  </a:lnTo>
                  <a:lnTo>
                    <a:pt x="1279" y="441"/>
                  </a:lnTo>
                  <a:lnTo>
                    <a:pt x="1285" y="437"/>
                  </a:lnTo>
                  <a:lnTo>
                    <a:pt x="1292" y="431"/>
                  </a:lnTo>
                  <a:lnTo>
                    <a:pt x="1296" y="428"/>
                  </a:lnTo>
                  <a:lnTo>
                    <a:pt x="1302" y="422"/>
                  </a:lnTo>
                  <a:lnTo>
                    <a:pt x="1306" y="418"/>
                  </a:lnTo>
                  <a:lnTo>
                    <a:pt x="1313" y="412"/>
                  </a:lnTo>
                  <a:lnTo>
                    <a:pt x="1317" y="409"/>
                  </a:lnTo>
                  <a:lnTo>
                    <a:pt x="1323" y="403"/>
                  </a:lnTo>
                  <a:lnTo>
                    <a:pt x="1327" y="399"/>
                  </a:lnTo>
                  <a:lnTo>
                    <a:pt x="1332" y="395"/>
                  </a:lnTo>
                  <a:lnTo>
                    <a:pt x="1336" y="390"/>
                  </a:lnTo>
                  <a:lnTo>
                    <a:pt x="1342" y="388"/>
                  </a:lnTo>
                  <a:lnTo>
                    <a:pt x="1348" y="382"/>
                  </a:lnTo>
                  <a:lnTo>
                    <a:pt x="1351" y="378"/>
                  </a:lnTo>
                  <a:lnTo>
                    <a:pt x="1361" y="371"/>
                  </a:lnTo>
                  <a:lnTo>
                    <a:pt x="1368" y="365"/>
                  </a:lnTo>
                  <a:lnTo>
                    <a:pt x="1376" y="357"/>
                  </a:lnTo>
                  <a:lnTo>
                    <a:pt x="1382" y="352"/>
                  </a:lnTo>
                  <a:lnTo>
                    <a:pt x="1387" y="348"/>
                  </a:lnTo>
                  <a:lnTo>
                    <a:pt x="1393" y="344"/>
                  </a:lnTo>
                  <a:lnTo>
                    <a:pt x="1401" y="338"/>
                  </a:lnTo>
                  <a:lnTo>
                    <a:pt x="1405" y="336"/>
                  </a:lnTo>
                  <a:lnTo>
                    <a:pt x="1403" y="338"/>
                  </a:lnTo>
                  <a:lnTo>
                    <a:pt x="1403" y="344"/>
                  </a:lnTo>
                  <a:lnTo>
                    <a:pt x="1403" y="348"/>
                  </a:lnTo>
                  <a:lnTo>
                    <a:pt x="1403" y="353"/>
                  </a:lnTo>
                  <a:lnTo>
                    <a:pt x="1401" y="359"/>
                  </a:lnTo>
                  <a:lnTo>
                    <a:pt x="1401" y="367"/>
                  </a:lnTo>
                  <a:lnTo>
                    <a:pt x="1401" y="374"/>
                  </a:lnTo>
                  <a:lnTo>
                    <a:pt x="1399" y="382"/>
                  </a:lnTo>
                  <a:lnTo>
                    <a:pt x="1399" y="392"/>
                  </a:lnTo>
                  <a:lnTo>
                    <a:pt x="1397" y="403"/>
                  </a:lnTo>
                  <a:lnTo>
                    <a:pt x="1397" y="412"/>
                  </a:lnTo>
                  <a:lnTo>
                    <a:pt x="1397" y="426"/>
                  </a:lnTo>
                  <a:lnTo>
                    <a:pt x="1395" y="437"/>
                  </a:lnTo>
                  <a:lnTo>
                    <a:pt x="1395" y="450"/>
                  </a:lnTo>
                  <a:lnTo>
                    <a:pt x="1393" y="462"/>
                  </a:lnTo>
                  <a:lnTo>
                    <a:pt x="1393" y="477"/>
                  </a:lnTo>
                  <a:lnTo>
                    <a:pt x="1391" y="490"/>
                  </a:lnTo>
                  <a:lnTo>
                    <a:pt x="1391" y="506"/>
                  </a:lnTo>
                  <a:lnTo>
                    <a:pt x="1389" y="521"/>
                  </a:lnTo>
                  <a:lnTo>
                    <a:pt x="1389" y="538"/>
                  </a:lnTo>
                  <a:lnTo>
                    <a:pt x="1387" y="553"/>
                  </a:lnTo>
                  <a:lnTo>
                    <a:pt x="1387" y="570"/>
                  </a:lnTo>
                  <a:lnTo>
                    <a:pt x="1386" y="587"/>
                  </a:lnTo>
                  <a:lnTo>
                    <a:pt x="1386" y="604"/>
                  </a:lnTo>
                  <a:lnTo>
                    <a:pt x="1384" y="622"/>
                  </a:lnTo>
                  <a:lnTo>
                    <a:pt x="1384" y="641"/>
                  </a:lnTo>
                  <a:lnTo>
                    <a:pt x="1382" y="658"/>
                  </a:lnTo>
                  <a:lnTo>
                    <a:pt x="1382" y="677"/>
                  </a:lnTo>
                  <a:lnTo>
                    <a:pt x="1380" y="696"/>
                  </a:lnTo>
                  <a:lnTo>
                    <a:pt x="1380" y="715"/>
                  </a:lnTo>
                  <a:lnTo>
                    <a:pt x="1378" y="734"/>
                  </a:lnTo>
                  <a:lnTo>
                    <a:pt x="1378" y="753"/>
                  </a:lnTo>
                  <a:lnTo>
                    <a:pt x="1376" y="770"/>
                  </a:lnTo>
                  <a:lnTo>
                    <a:pt x="1376" y="791"/>
                  </a:lnTo>
                  <a:lnTo>
                    <a:pt x="1374" y="808"/>
                  </a:lnTo>
                  <a:lnTo>
                    <a:pt x="1374" y="827"/>
                  </a:lnTo>
                  <a:lnTo>
                    <a:pt x="1372" y="848"/>
                  </a:lnTo>
                  <a:lnTo>
                    <a:pt x="1372" y="867"/>
                  </a:lnTo>
                  <a:lnTo>
                    <a:pt x="1370" y="884"/>
                  </a:lnTo>
                  <a:lnTo>
                    <a:pt x="1370" y="903"/>
                  </a:lnTo>
                  <a:lnTo>
                    <a:pt x="1370" y="922"/>
                  </a:lnTo>
                  <a:lnTo>
                    <a:pt x="1370" y="941"/>
                  </a:lnTo>
                  <a:lnTo>
                    <a:pt x="1368" y="958"/>
                  </a:lnTo>
                  <a:lnTo>
                    <a:pt x="1368" y="977"/>
                  </a:lnTo>
                  <a:lnTo>
                    <a:pt x="1368" y="994"/>
                  </a:lnTo>
                  <a:lnTo>
                    <a:pt x="1368" y="1013"/>
                  </a:lnTo>
                  <a:lnTo>
                    <a:pt x="1367" y="1028"/>
                  </a:lnTo>
                  <a:lnTo>
                    <a:pt x="1367" y="1046"/>
                  </a:lnTo>
                  <a:lnTo>
                    <a:pt x="1367" y="1063"/>
                  </a:lnTo>
                  <a:lnTo>
                    <a:pt x="1367" y="1078"/>
                  </a:lnTo>
                  <a:lnTo>
                    <a:pt x="1367" y="1093"/>
                  </a:lnTo>
                  <a:lnTo>
                    <a:pt x="1367" y="1108"/>
                  </a:lnTo>
                  <a:lnTo>
                    <a:pt x="1367" y="1124"/>
                  </a:lnTo>
                  <a:lnTo>
                    <a:pt x="1367" y="1139"/>
                  </a:lnTo>
                  <a:lnTo>
                    <a:pt x="1367" y="1150"/>
                  </a:lnTo>
                  <a:lnTo>
                    <a:pt x="1367" y="1165"/>
                  </a:lnTo>
                  <a:lnTo>
                    <a:pt x="1367" y="1177"/>
                  </a:lnTo>
                  <a:lnTo>
                    <a:pt x="1368" y="1188"/>
                  </a:lnTo>
                  <a:lnTo>
                    <a:pt x="1368" y="1200"/>
                  </a:lnTo>
                  <a:lnTo>
                    <a:pt x="1368" y="1209"/>
                  </a:lnTo>
                  <a:lnTo>
                    <a:pt x="1370" y="1219"/>
                  </a:lnTo>
                  <a:lnTo>
                    <a:pt x="1370" y="1228"/>
                  </a:lnTo>
                  <a:lnTo>
                    <a:pt x="1370" y="1236"/>
                  </a:lnTo>
                  <a:lnTo>
                    <a:pt x="1372" y="1243"/>
                  </a:lnTo>
                  <a:lnTo>
                    <a:pt x="1372" y="1251"/>
                  </a:lnTo>
                  <a:lnTo>
                    <a:pt x="1372" y="1259"/>
                  </a:lnTo>
                  <a:lnTo>
                    <a:pt x="1372" y="1266"/>
                  </a:lnTo>
                  <a:lnTo>
                    <a:pt x="1374" y="1274"/>
                  </a:lnTo>
                  <a:lnTo>
                    <a:pt x="1374" y="1279"/>
                  </a:lnTo>
                  <a:lnTo>
                    <a:pt x="1376" y="1287"/>
                  </a:lnTo>
                  <a:lnTo>
                    <a:pt x="1376" y="1295"/>
                  </a:lnTo>
                  <a:lnTo>
                    <a:pt x="1376" y="1300"/>
                  </a:lnTo>
                  <a:lnTo>
                    <a:pt x="1376" y="1306"/>
                  </a:lnTo>
                  <a:lnTo>
                    <a:pt x="1376" y="1312"/>
                  </a:lnTo>
                  <a:lnTo>
                    <a:pt x="1376" y="1316"/>
                  </a:lnTo>
                  <a:lnTo>
                    <a:pt x="1376" y="1323"/>
                  </a:lnTo>
                  <a:lnTo>
                    <a:pt x="1376" y="1327"/>
                  </a:lnTo>
                  <a:lnTo>
                    <a:pt x="1378" y="1333"/>
                  </a:lnTo>
                  <a:lnTo>
                    <a:pt x="1378" y="1338"/>
                  </a:lnTo>
                  <a:lnTo>
                    <a:pt x="1378" y="1342"/>
                  </a:lnTo>
                  <a:lnTo>
                    <a:pt x="1378" y="1346"/>
                  </a:lnTo>
                  <a:lnTo>
                    <a:pt x="1378" y="1352"/>
                  </a:lnTo>
                  <a:lnTo>
                    <a:pt x="1378" y="1359"/>
                  </a:lnTo>
                  <a:lnTo>
                    <a:pt x="1378" y="1367"/>
                  </a:lnTo>
                  <a:lnTo>
                    <a:pt x="1378" y="1373"/>
                  </a:lnTo>
                  <a:lnTo>
                    <a:pt x="1378" y="1380"/>
                  </a:lnTo>
                  <a:lnTo>
                    <a:pt x="1378" y="1384"/>
                  </a:lnTo>
                  <a:lnTo>
                    <a:pt x="1380" y="1390"/>
                  </a:lnTo>
                  <a:lnTo>
                    <a:pt x="1378" y="1397"/>
                  </a:lnTo>
                  <a:lnTo>
                    <a:pt x="1378" y="1405"/>
                  </a:lnTo>
                  <a:lnTo>
                    <a:pt x="1378" y="1409"/>
                  </a:lnTo>
                  <a:lnTo>
                    <a:pt x="1378" y="1414"/>
                  </a:lnTo>
                  <a:lnTo>
                    <a:pt x="1378" y="1416"/>
                  </a:lnTo>
                  <a:lnTo>
                    <a:pt x="1378" y="1418"/>
                  </a:lnTo>
                  <a:lnTo>
                    <a:pt x="1380" y="1418"/>
                  </a:lnTo>
                  <a:lnTo>
                    <a:pt x="1384" y="1420"/>
                  </a:lnTo>
                  <a:lnTo>
                    <a:pt x="1391" y="1422"/>
                  </a:lnTo>
                  <a:lnTo>
                    <a:pt x="1399" y="1424"/>
                  </a:lnTo>
                  <a:lnTo>
                    <a:pt x="1405" y="1424"/>
                  </a:lnTo>
                  <a:lnTo>
                    <a:pt x="1412" y="1424"/>
                  </a:lnTo>
                  <a:lnTo>
                    <a:pt x="1414" y="1422"/>
                  </a:lnTo>
                  <a:lnTo>
                    <a:pt x="1414" y="1418"/>
                  </a:lnTo>
                  <a:lnTo>
                    <a:pt x="1412" y="1414"/>
                  </a:lnTo>
                  <a:lnTo>
                    <a:pt x="1412" y="1409"/>
                  </a:lnTo>
                  <a:lnTo>
                    <a:pt x="1412" y="1401"/>
                  </a:lnTo>
                  <a:lnTo>
                    <a:pt x="1412" y="1397"/>
                  </a:lnTo>
                  <a:lnTo>
                    <a:pt x="1410" y="1390"/>
                  </a:lnTo>
                  <a:lnTo>
                    <a:pt x="1410" y="1384"/>
                  </a:lnTo>
                  <a:lnTo>
                    <a:pt x="1408" y="1375"/>
                  </a:lnTo>
                  <a:lnTo>
                    <a:pt x="1408" y="1367"/>
                  </a:lnTo>
                  <a:lnTo>
                    <a:pt x="1406" y="1355"/>
                  </a:lnTo>
                  <a:lnTo>
                    <a:pt x="1406" y="1346"/>
                  </a:lnTo>
                  <a:lnTo>
                    <a:pt x="1406" y="1336"/>
                  </a:lnTo>
                  <a:lnTo>
                    <a:pt x="1405" y="1323"/>
                  </a:lnTo>
                  <a:lnTo>
                    <a:pt x="1405" y="1312"/>
                  </a:lnTo>
                  <a:lnTo>
                    <a:pt x="1405" y="1300"/>
                  </a:lnTo>
                  <a:lnTo>
                    <a:pt x="1403" y="1285"/>
                  </a:lnTo>
                  <a:lnTo>
                    <a:pt x="1403" y="1272"/>
                  </a:lnTo>
                  <a:lnTo>
                    <a:pt x="1401" y="1257"/>
                  </a:lnTo>
                  <a:lnTo>
                    <a:pt x="1401" y="1241"/>
                  </a:lnTo>
                  <a:lnTo>
                    <a:pt x="1401" y="1226"/>
                  </a:lnTo>
                  <a:lnTo>
                    <a:pt x="1399" y="1209"/>
                  </a:lnTo>
                  <a:lnTo>
                    <a:pt x="1399" y="1194"/>
                  </a:lnTo>
                  <a:lnTo>
                    <a:pt x="1399" y="1177"/>
                  </a:lnTo>
                  <a:lnTo>
                    <a:pt x="1397" y="1158"/>
                  </a:lnTo>
                  <a:lnTo>
                    <a:pt x="1397" y="1141"/>
                  </a:lnTo>
                  <a:lnTo>
                    <a:pt x="1397" y="1122"/>
                  </a:lnTo>
                  <a:lnTo>
                    <a:pt x="1397" y="1103"/>
                  </a:lnTo>
                  <a:lnTo>
                    <a:pt x="1395" y="1084"/>
                  </a:lnTo>
                  <a:lnTo>
                    <a:pt x="1395" y="1065"/>
                  </a:lnTo>
                  <a:lnTo>
                    <a:pt x="1395" y="1046"/>
                  </a:lnTo>
                  <a:lnTo>
                    <a:pt x="1395" y="1027"/>
                  </a:lnTo>
                  <a:lnTo>
                    <a:pt x="1395" y="1006"/>
                  </a:lnTo>
                  <a:lnTo>
                    <a:pt x="1395" y="985"/>
                  </a:lnTo>
                  <a:lnTo>
                    <a:pt x="1393" y="964"/>
                  </a:lnTo>
                  <a:lnTo>
                    <a:pt x="1393" y="943"/>
                  </a:lnTo>
                  <a:lnTo>
                    <a:pt x="1393" y="920"/>
                  </a:lnTo>
                  <a:lnTo>
                    <a:pt x="1393" y="899"/>
                  </a:lnTo>
                  <a:lnTo>
                    <a:pt x="1393" y="878"/>
                  </a:lnTo>
                  <a:lnTo>
                    <a:pt x="1395" y="857"/>
                  </a:lnTo>
                  <a:lnTo>
                    <a:pt x="1395" y="835"/>
                  </a:lnTo>
                  <a:lnTo>
                    <a:pt x="1395" y="814"/>
                  </a:lnTo>
                  <a:lnTo>
                    <a:pt x="1395" y="791"/>
                  </a:lnTo>
                  <a:lnTo>
                    <a:pt x="1397" y="770"/>
                  </a:lnTo>
                  <a:lnTo>
                    <a:pt x="1397" y="747"/>
                  </a:lnTo>
                  <a:lnTo>
                    <a:pt x="1397" y="726"/>
                  </a:lnTo>
                  <a:lnTo>
                    <a:pt x="1399" y="703"/>
                  </a:lnTo>
                  <a:lnTo>
                    <a:pt x="1401" y="682"/>
                  </a:lnTo>
                  <a:lnTo>
                    <a:pt x="1401" y="660"/>
                  </a:lnTo>
                  <a:lnTo>
                    <a:pt x="1403" y="639"/>
                  </a:lnTo>
                  <a:lnTo>
                    <a:pt x="1403" y="616"/>
                  </a:lnTo>
                  <a:lnTo>
                    <a:pt x="1405" y="595"/>
                  </a:lnTo>
                  <a:lnTo>
                    <a:pt x="1406" y="574"/>
                  </a:lnTo>
                  <a:lnTo>
                    <a:pt x="1408" y="553"/>
                  </a:lnTo>
                  <a:lnTo>
                    <a:pt x="1410" y="532"/>
                  </a:lnTo>
                  <a:lnTo>
                    <a:pt x="1412" y="511"/>
                  </a:lnTo>
                  <a:lnTo>
                    <a:pt x="1414" y="490"/>
                  </a:lnTo>
                  <a:lnTo>
                    <a:pt x="1418" y="469"/>
                  </a:lnTo>
                  <a:lnTo>
                    <a:pt x="1420" y="450"/>
                  </a:lnTo>
                  <a:lnTo>
                    <a:pt x="1424" y="431"/>
                  </a:lnTo>
                  <a:lnTo>
                    <a:pt x="1425" y="411"/>
                  </a:lnTo>
                  <a:lnTo>
                    <a:pt x="1429" y="393"/>
                  </a:lnTo>
                  <a:lnTo>
                    <a:pt x="1433" y="374"/>
                  </a:lnTo>
                  <a:lnTo>
                    <a:pt x="1437" y="357"/>
                  </a:lnTo>
                  <a:lnTo>
                    <a:pt x="1443" y="357"/>
                  </a:lnTo>
                  <a:lnTo>
                    <a:pt x="1444" y="357"/>
                  </a:lnTo>
                  <a:lnTo>
                    <a:pt x="1450" y="359"/>
                  </a:lnTo>
                  <a:lnTo>
                    <a:pt x="1454" y="359"/>
                  </a:lnTo>
                  <a:lnTo>
                    <a:pt x="1462" y="361"/>
                  </a:lnTo>
                  <a:lnTo>
                    <a:pt x="1465" y="361"/>
                  </a:lnTo>
                  <a:lnTo>
                    <a:pt x="1471" y="363"/>
                  </a:lnTo>
                  <a:lnTo>
                    <a:pt x="1479" y="365"/>
                  </a:lnTo>
                  <a:lnTo>
                    <a:pt x="1486" y="367"/>
                  </a:lnTo>
                  <a:lnTo>
                    <a:pt x="1494" y="369"/>
                  </a:lnTo>
                  <a:lnTo>
                    <a:pt x="1502" y="371"/>
                  </a:lnTo>
                  <a:lnTo>
                    <a:pt x="1509" y="373"/>
                  </a:lnTo>
                  <a:lnTo>
                    <a:pt x="1519" y="374"/>
                  </a:lnTo>
                  <a:lnTo>
                    <a:pt x="1526" y="376"/>
                  </a:lnTo>
                  <a:lnTo>
                    <a:pt x="1534" y="378"/>
                  </a:lnTo>
                  <a:lnTo>
                    <a:pt x="1541" y="380"/>
                  </a:lnTo>
                  <a:lnTo>
                    <a:pt x="1551" y="382"/>
                  </a:lnTo>
                  <a:lnTo>
                    <a:pt x="1559" y="384"/>
                  </a:lnTo>
                  <a:lnTo>
                    <a:pt x="1566" y="386"/>
                  </a:lnTo>
                  <a:lnTo>
                    <a:pt x="1576" y="388"/>
                  </a:lnTo>
                  <a:lnTo>
                    <a:pt x="1583" y="392"/>
                  </a:lnTo>
                  <a:lnTo>
                    <a:pt x="1591" y="393"/>
                  </a:lnTo>
                  <a:lnTo>
                    <a:pt x="1598" y="395"/>
                  </a:lnTo>
                  <a:lnTo>
                    <a:pt x="1604" y="397"/>
                  </a:lnTo>
                  <a:lnTo>
                    <a:pt x="1612" y="399"/>
                  </a:lnTo>
                  <a:lnTo>
                    <a:pt x="1617" y="401"/>
                  </a:lnTo>
                  <a:lnTo>
                    <a:pt x="1623" y="403"/>
                  </a:lnTo>
                  <a:lnTo>
                    <a:pt x="1627" y="407"/>
                  </a:lnTo>
                  <a:lnTo>
                    <a:pt x="1633" y="409"/>
                  </a:lnTo>
                  <a:lnTo>
                    <a:pt x="1637" y="411"/>
                  </a:lnTo>
                  <a:lnTo>
                    <a:pt x="1640" y="412"/>
                  </a:lnTo>
                  <a:lnTo>
                    <a:pt x="1646" y="416"/>
                  </a:lnTo>
                  <a:lnTo>
                    <a:pt x="1652" y="418"/>
                  </a:lnTo>
                  <a:lnTo>
                    <a:pt x="1656" y="422"/>
                  </a:lnTo>
                  <a:lnTo>
                    <a:pt x="1661" y="426"/>
                  </a:lnTo>
                  <a:lnTo>
                    <a:pt x="1669" y="430"/>
                  </a:lnTo>
                  <a:lnTo>
                    <a:pt x="1675" y="433"/>
                  </a:lnTo>
                  <a:lnTo>
                    <a:pt x="1680" y="437"/>
                  </a:lnTo>
                  <a:lnTo>
                    <a:pt x="1688" y="441"/>
                  </a:lnTo>
                  <a:lnTo>
                    <a:pt x="1694" y="447"/>
                  </a:lnTo>
                  <a:lnTo>
                    <a:pt x="1699" y="450"/>
                  </a:lnTo>
                  <a:lnTo>
                    <a:pt x="1705" y="454"/>
                  </a:lnTo>
                  <a:lnTo>
                    <a:pt x="1713" y="460"/>
                  </a:lnTo>
                  <a:lnTo>
                    <a:pt x="1718" y="464"/>
                  </a:lnTo>
                  <a:lnTo>
                    <a:pt x="1726" y="469"/>
                  </a:lnTo>
                  <a:lnTo>
                    <a:pt x="1732" y="473"/>
                  </a:lnTo>
                  <a:lnTo>
                    <a:pt x="1737" y="477"/>
                  </a:lnTo>
                  <a:lnTo>
                    <a:pt x="1743" y="481"/>
                  </a:lnTo>
                  <a:lnTo>
                    <a:pt x="1751" y="485"/>
                  </a:lnTo>
                  <a:lnTo>
                    <a:pt x="1756" y="488"/>
                  </a:lnTo>
                  <a:lnTo>
                    <a:pt x="1762" y="492"/>
                  </a:lnTo>
                  <a:lnTo>
                    <a:pt x="1768" y="496"/>
                  </a:lnTo>
                  <a:lnTo>
                    <a:pt x="1773" y="498"/>
                  </a:lnTo>
                  <a:lnTo>
                    <a:pt x="1777" y="500"/>
                  </a:lnTo>
                  <a:lnTo>
                    <a:pt x="1781" y="504"/>
                  </a:lnTo>
                  <a:lnTo>
                    <a:pt x="1787" y="504"/>
                  </a:lnTo>
                  <a:lnTo>
                    <a:pt x="1790" y="508"/>
                  </a:lnTo>
                  <a:lnTo>
                    <a:pt x="1798" y="509"/>
                  </a:lnTo>
                  <a:lnTo>
                    <a:pt x="1804" y="509"/>
                  </a:lnTo>
                  <a:lnTo>
                    <a:pt x="1806" y="508"/>
                  </a:lnTo>
                  <a:lnTo>
                    <a:pt x="1810" y="506"/>
                  </a:lnTo>
                  <a:lnTo>
                    <a:pt x="1813" y="502"/>
                  </a:lnTo>
                  <a:lnTo>
                    <a:pt x="1819" y="500"/>
                  </a:lnTo>
                  <a:lnTo>
                    <a:pt x="1825" y="496"/>
                  </a:lnTo>
                  <a:lnTo>
                    <a:pt x="1832" y="492"/>
                  </a:lnTo>
                  <a:lnTo>
                    <a:pt x="1838" y="487"/>
                  </a:lnTo>
                  <a:lnTo>
                    <a:pt x="1846" y="483"/>
                  </a:lnTo>
                  <a:lnTo>
                    <a:pt x="1853" y="477"/>
                  </a:lnTo>
                  <a:lnTo>
                    <a:pt x="1863" y="471"/>
                  </a:lnTo>
                  <a:lnTo>
                    <a:pt x="1868" y="468"/>
                  </a:lnTo>
                  <a:lnTo>
                    <a:pt x="1872" y="466"/>
                  </a:lnTo>
                  <a:lnTo>
                    <a:pt x="1878" y="462"/>
                  </a:lnTo>
                  <a:lnTo>
                    <a:pt x="1882" y="460"/>
                  </a:lnTo>
                  <a:lnTo>
                    <a:pt x="1887" y="456"/>
                  </a:lnTo>
                  <a:lnTo>
                    <a:pt x="1891" y="452"/>
                  </a:lnTo>
                  <a:lnTo>
                    <a:pt x="1897" y="449"/>
                  </a:lnTo>
                  <a:lnTo>
                    <a:pt x="1903" y="447"/>
                  </a:lnTo>
                  <a:lnTo>
                    <a:pt x="1906" y="443"/>
                  </a:lnTo>
                  <a:lnTo>
                    <a:pt x="1912" y="439"/>
                  </a:lnTo>
                  <a:lnTo>
                    <a:pt x="1918" y="437"/>
                  </a:lnTo>
                  <a:lnTo>
                    <a:pt x="1924" y="433"/>
                  </a:lnTo>
                  <a:lnTo>
                    <a:pt x="1929" y="430"/>
                  </a:lnTo>
                  <a:lnTo>
                    <a:pt x="1933" y="426"/>
                  </a:lnTo>
                  <a:lnTo>
                    <a:pt x="1939" y="424"/>
                  </a:lnTo>
                  <a:lnTo>
                    <a:pt x="1944" y="420"/>
                  </a:lnTo>
                  <a:lnTo>
                    <a:pt x="1948" y="416"/>
                  </a:lnTo>
                  <a:lnTo>
                    <a:pt x="1954" y="412"/>
                  </a:lnTo>
                  <a:lnTo>
                    <a:pt x="1960" y="409"/>
                  </a:lnTo>
                  <a:lnTo>
                    <a:pt x="1965" y="407"/>
                  </a:lnTo>
                  <a:lnTo>
                    <a:pt x="1971" y="403"/>
                  </a:lnTo>
                  <a:lnTo>
                    <a:pt x="1975" y="399"/>
                  </a:lnTo>
                  <a:lnTo>
                    <a:pt x="1981" y="395"/>
                  </a:lnTo>
                  <a:lnTo>
                    <a:pt x="1986" y="393"/>
                  </a:lnTo>
                  <a:lnTo>
                    <a:pt x="1990" y="390"/>
                  </a:lnTo>
                  <a:lnTo>
                    <a:pt x="1996" y="388"/>
                  </a:lnTo>
                  <a:lnTo>
                    <a:pt x="2002" y="384"/>
                  </a:lnTo>
                  <a:lnTo>
                    <a:pt x="2005" y="382"/>
                  </a:lnTo>
                  <a:lnTo>
                    <a:pt x="2015" y="376"/>
                  </a:lnTo>
                  <a:lnTo>
                    <a:pt x="2024" y="371"/>
                  </a:lnTo>
                  <a:lnTo>
                    <a:pt x="2032" y="367"/>
                  </a:lnTo>
                  <a:lnTo>
                    <a:pt x="2041" y="361"/>
                  </a:lnTo>
                  <a:lnTo>
                    <a:pt x="2047" y="357"/>
                  </a:lnTo>
                  <a:lnTo>
                    <a:pt x="2055" y="353"/>
                  </a:lnTo>
                  <a:lnTo>
                    <a:pt x="2060" y="352"/>
                  </a:lnTo>
                  <a:lnTo>
                    <a:pt x="2068" y="350"/>
                  </a:lnTo>
                  <a:lnTo>
                    <a:pt x="2074" y="348"/>
                  </a:lnTo>
                  <a:lnTo>
                    <a:pt x="2079" y="344"/>
                  </a:lnTo>
                  <a:lnTo>
                    <a:pt x="2087" y="340"/>
                  </a:lnTo>
                  <a:lnTo>
                    <a:pt x="2097" y="338"/>
                  </a:lnTo>
                  <a:lnTo>
                    <a:pt x="2100" y="334"/>
                  </a:lnTo>
                  <a:lnTo>
                    <a:pt x="2104" y="333"/>
                  </a:lnTo>
                  <a:lnTo>
                    <a:pt x="2110" y="331"/>
                  </a:lnTo>
                  <a:lnTo>
                    <a:pt x="2116" y="329"/>
                  </a:lnTo>
                  <a:lnTo>
                    <a:pt x="2121" y="325"/>
                  </a:lnTo>
                  <a:lnTo>
                    <a:pt x="2125" y="323"/>
                  </a:lnTo>
                  <a:lnTo>
                    <a:pt x="2131" y="321"/>
                  </a:lnTo>
                  <a:lnTo>
                    <a:pt x="2138" y="317"/>
                  </a:lnTo>
                  <a:lnTo>
                    <a:pt x="2142" y="315"/>
                  </a:lnTo>
                  <a:lnTo>
                    <a:pt x="2148" y="312"/>
                  </a:lnTo>
                  <a:lnTo>
                    <a:pt x="2154" y="310"/>
                  </a:lnTo>
                  <a:lnTo>
                    <a:pt x="2159" y="306"/>
                  </a:lnTo>
                  <a:lnTo>
                    <a:pt x="2167" y="302"/>
                  </a:lnTo>
                  <a:lnTo>
                    <a:pt x="2173" y="300"/>
                  </a:lnTo>
                  <a:lnTo>
                    <a:pt x="2178" y="296"/>
                  </a:lnTo>
                  <a:lnTo>
                    <a:pt x="2186" y="295"/>
                  </a:lnTo>
                  <a:lnTo>
                    <a:pt x="2192" y="291"/>
                  </a:lnTo>
                  <a:lnTo>
                    <a:pt x="2197" y="289"/>
                  </a:lnTo>
                  <a:lnTo>
                    <a:pt x="2203" y="285"/>
                  </a:lnTo>
                  <a:lnTo>
                    <a:pt x="2211" y="281"/>
                  </a:lnTo>
                  <a:lnTo>
                    <a:pt x="2216" y="279"/>
                  </a:lnTo>
                  <a:lnTo>
                    <a:pt x="2224" y="276"/>
                  </a:lnTo>
                  <a:lnTo>
                    <a:pt x="2230" y="272"/>
                  </a:lnTo>
                  <a:lnTo>
                    <a:pt x="2237" y="270"/>
                  </a:lnTo>
                  <a:lnTo>
                    <a:pt x="2243" y="266"/>
                  </a:lnTo>
                  <a:lnTo>
                    <a:pt x="2249" y="262"/>
                  </a:lnTo>
                  <a:lnTo>
                    <a:pt x="2254" y="260"/>
                  </a:lnTo>
                  <a:lnTo>
                    <a:pt x="2260" y="257"/>
                  </a:lnTo>
                  <a:lnTo>
                    <a:pt x="2266" y="253"/>
                  </a:lnTo>
                  <a:lnTo>
                    <a:pt x="2273" y="251"/>
                  </a:lnTo>
                  <a:lnTo>
                    <a:pt x="2277" y="247"/>
                  </a:lnTo>
                  <a:lnTo>
                    <a:pt x="2285" y="245"/>
                  </a:lnTo>
                  <a:lnTo>
                    <a:pt x="2289" y="241"/>
                  </a:lnTo>
                  <a:lnTo>
                    <a:pt x="2294" y="238"/>
                  </a:lnTo>
                  <a:lnTo>
                    <a:pt x="2300" y="236"/>
                  </a:lnTo>
                  <a:lnTo>
                    <a:pt x="2306" y="232"/>
                  </a:lnTo>
                  <a:lnTo>
                    <a:pt x="2311" y="230"/>
                  </a:lnTo>
                  <a:lnTo>
                    <a:pt x="2317" y="228"/>
                  </a:lnTo>
                  <a:lnTo>
                    <a:pt x="2321" y="224"/>
                  </a:lnTo>
                  <a:lnTo>
                    <a:pt x="2327" y="222"/>
                  </a:lnTo>
                  <a:lnTo>
                    <a:pt x="2334" y="217"/>
                  </a:lnTo>
                  <a:lnTo>
                    <a:pt x="2342" y="213"/>
                  </a:lnTo>
                  <a:lnTo>
                    <a:pt x="2349" y="209"/>
                  </a:lnTo>
                  <a:lnTo>
                    <a:pt x="2355" y="205"/>
                  </a:lnTo>
                  <a:lnTo>
                    <a:pt x="2361" y="201"/>
                  </a:lnTo>
                  <a:lnTo>
                    <a:pt x="2365" y="199"/>
                  </a:lnTo>
                  <a:lnTo>
                    <a:pt x="2368" y="198"/>
                  </a:lnTo>
                  <a:lnTo>
                    <a:pt x="2370" y="198"/>
                  </a:lnTo>
                  <a:lnTo>
                    <a:pt x="2372" y="192"/>
                  </a:lnTo>
                  <a:lnTo>
                    <a:pt x="2376" y="188"/>
                  </a:lnTo>
                  <a:lnTo>
                    <a:pt x="2378" y="182"/>
                  </a:lnTo>
                  <a:lnTo>
                    <a:pt x="2380" y="177"/>
                  </a:lnTo>
                  <a:lnTo>
                    <a:pt x="2380" y="173"/>
                  </a:lnTo>
                  <a:lnTo>
                    <a:pt x="2380" y="167"/>
                  </a:lnTo>
                  <a:lnTo>
                    <a:pt x="2380" y="165"/>
                  </a:lnTo>
                  <a:lnTo>
                    <a:pt x="2382" y="165"/>
                  </a:lnTo>
                  <a:lnTo>
                    <a:pt x="2380" y="165"/>
                  </a:lnTo>
                  <a:lnTo>
                    <a:pt x="2378" y="167"/>
                  </a:lnTo>
                  <a:lnTo>
                    <a:pt x="2372" y="171"/>
                  </a:lnTo>
                  <a:lnTo>
                    <a:pt x="2367" y="175"/>
                  </a:lnTo>
                  <a:lnTo>
                    <a:pt x="2363" y="179"/>
                  </a:lnTo>
                  <a:lnTo>
                    <a:pt x="2359" y="180"/>
                  </a:lnTo>
                  <a:lnTo>
                    <a:pt x="2353" y="184"/>
                  </a:lnTo>
                  <a:lnTo>
                    <a:pt x="2349" y="188"/>
                  </a:lnTo>
                  <a:lnTo>
                    <a:pt x="2344" y="192"/>
                  </a:lnTo>
                  <a:lnTo>
                    <a:pt x="2338" y="196"/>
                  </a:lnTo>
                  <a:lnTo>
                    <a:pt x="2332" y="199"/>
                  </a:lnTo>
                  <a:lnTo>
                    <a:pt x="2327" y="203"/>
                  </a:lnTo>
                  <a:lnTo>
                    <a:pt x="2323" y="205"/>
                  </a:lnTo>
                  <a:lnTo>
                    <a:pt x="2317" y="209"/>
                  </a:lnTo>
                  <a:lnTo>
                    <a:pt x="2311" y="211"/>
                  </a:lnTo>
                  <a:lnTo>
                    <a:pt x="2306" y="215"/>
                  </a:lnTo>
                  <a:lnTo>
                    <a:pt x="2296" y="217"/>
                  </a:lnTo>
                  <a:lnTo>
                    <a:pt x="2289" y="222"/>
                  </a:lnTo>
                  <a:lnTo>
                    <a:pt x="2281" y="226"/>
                  </a:lnTo>
                  <a:lnTo>
                    <a:pt x="2271" y="230"/>
                  </a:lnTo>
                  <a:lnTo>
                    <a:pt x="2266" y="232"/>
                  </a:lnTo>
                  <a:lnTo>
                    <a:pt x="2262" y="236"/>
                  </a:lnTo>
                  <a:lnTo>
                    <a:pt x="2256" y="238"/>
                  </a:lnTo>
                  <a:lnTo>
                    <a:pt x="2252" y="239"/>
                  </a:lnTo>
                  <a:lnTo>
                    <a:pt x="2245" y="241"/>
                  </a:lnTo>
                  <a:lnTo>
                    <a:pt x="2241" y="245"/>
                  </a:lnTo>
                  <a:lnTo>
                    <a:pt x="2235" y="247"/>
                  </a:lnTo>
                  <a:lnTo>
                    <a:pt x="2230" y="249"/>
                  </a:lnTo>
                  <a:lnTo>
                    <a:pt x="2224" y="253"/>
                  </a:lnTo>
                  <a:lnTo>
                    <a:pt x="2218" y="255"/>
                  </a:lnTo>
                  <a:lnTo>
                    <a:pt x="2213" y="257"/>
                  </a:lnTo>
                  <a:lnTo>
                    <a:pt x="2207" y="260"/>
                  </a:lnTo>
                  <a:lnTo>
                    <a:pt x="2201" y="262"/>
                  </a:lnTo>
                  <a:lnTo>
                    <a:pt x="2195" y="266"/>
                  </a:lnTo>
                  <a:lnTo>
                    <a:pt x="2190" y="268"/>
                  </a:lnTo>
                  <a:lnTo>
                    <a:pt x="2184" y="272"/>
                  </a:lnTo>
                  <a:lnTo>
                    <a:pt x="2178" y="274"/>
                  </a:lnTo>
                  <a:lnTo>
                    <a:pt x="2173" y="276"/>
                  </a:lnTo>
                  <a:lnTo>
                    <a:pt x="2167" y="279"/>
                  </a:lnTo>
                  <a:lnTo>
                    <a:pt x="2161" y="281"/>
                  </a:lnTo>
                  <a:lnTo>
                    <a:pt x="2156" y="283"/>
                  </a:lnTo>
                  <a:lnTo>
                    <a:pt x="2150" y="287"/>
                  </a:lnTo>
                  <a:lnTo>
                    <a:pt x="2144" y="289"/>
                  </a:lnTo>
                  <a:lnTo>
                    <a:pt x="2138" y="291"/>
                  </a:lnTo>
                  <a:lnTo>
                    <a:pt x="2133" y="293"/>
                  </a:lnTo>
                  <a:lnTo>
                    <a:pt x="2127" y="295"/>
                  </a:lnTo>
                  <a:lnTo>
                    <a:pt x="2121" y="298"/>
                  </a:lnTo>
                  <a:lnTo>
                    <a:pt x="2116" y="300"/>
                  </a:lnTo>
                  <a:lnTo>
                    <a:pt x="2112" y="302"/>
                  </a:lnTo>
                  <a:lnTo>
                    <a:pt x="2106" y="306"/>
                  </a:lnTo>
                  <a:lnTo>
                    <a:pt x="2102" y="308"/>
                  </a:lnTo>
                  <a:lnTo>
                    <a:pt x="2097" y="310"/>
                  </a:lnTo>
                  <a:lnTo>
                    <a:pt x="2093" y="312"/>
                  </a:lnTo>
                  <a:lnTo>
                    <a:pt x="2087" y="314"/>
                  </a:lnTo>
                  <a:lnTo>
                    <a:pt x="2083" y="315"/>
                  </a:lnTo>
                  <a:lnTo>
                    <a:pt x="2079" y="317"/>
                  </a:lnTo>
                  <a:lnTo>
                    <a:pt x="2072" y="321"/>
                  </a:lnTo>
                  <a:lnTo>
                    <a:pt x="2064" y="325"/>
                  </a:lnTo>
                  <a:lnTo>
                    <a:pt x="2059" y="327"/>
                  </a:lnTo>
                  <a:lnTo>
                    <a:pt x="2053" y="331"/>
                  </a:lnTo>
                  <a:lnTo>
                    <a:pt x="2049" y="333"/>
                  </a:lnTo>
                  <a:lnTo>
                    <a:pt x="2045" y="334"/>
                  </a:lnTo>
                  <a:lnTo>
                    <a:pt x="2041" y="336"/>
                  </a:lnTo>
                  <a:lnTo>
                    <a:pt x="2038" y="338"/>
                  </a:lnTo>
                  <a:lnTo>
                    <a:pt x="2032" y="340"/>
                  </a:lnTo>
                  <a:lnTo>
                    <a:pt x="2026" y="344"/>
                  </a:lnTo>
                  <a:lnTo>
                    <a:pt x="2019" y="348"/>
                  </a:lnTo>
                  <a:lnTo>
                    <a:pt x="2011" y="352"/>
                  </a:lnTo>
                  <a:lnTo>
                    <a:pt x="2003" y="357"/>
                  </a:lnTo>
                  <a:lnTo>
                    <a:pt x="1994" y="363"/>
                  </a:lnTo>
                  <a:lnTo>
                    <a:pt x="1988" y="367"/>
                  </a:lnTo>
                  <a:lnTo>
                    <a:pt x="1984" y="369"/>
                  </a:lnTo>
                  <a:lnTo>
                    <a:pt x="1979" y="371"/>
                  </a:lnTo>
                  <a:lnTo>
                    <a:pt x="1975" y="374"/>
                  </a:lnTo>
                  <a:lnTo>
                    <a:pt x="1969" y="376"/>
                  </a:lnTo>
                  <a:lnTo>
                    <a:pt x="1963" y="380"/>
                  </a:lnTo>
                  <a:lnTo>
                    <a:pt x="1960" y="384"/>
                  </a:lnTo>
                  <a:lnTo>
                    <a:pt x="1954" y="388"/>
                  </a:lnTo>
                  <a:lnTo>
                    <a:pt x="1948" y="390"/>
                  </a:lnTo>
                  <a:lnTo>
                    <a:pt x="1944" y="393"/>
                  </a:lnTo>
                  <a:lnTo>
                    <a:pt x="1939" y="395"/>
                  </a:lnTo>
                  <a:lnTo>
                    <a:pt x="1933" y="399"/>
                  </a:lnTo>
                  <a:lnTo>
                    <a:pt x="1927" y="403"/>
                  </a:lnTo>
                  <a:lnTo>
                    <a:pt x="1924" y="405"/>
                  </a:lnTo>
                  <a:lnTo>
                    <a:pt x="1918" y="409"/>
                  </a:lnTo>
                  <a:lnTo>
                    <a:pt x="1912" y="412"/>
                  </a:lnTo>
                  <a:lnTo>
                    <a:pt x="1906" y="416"/>
                  </a:lnTo>
                  <a:lnTo>
                    <a:pt x="1903" y="418"/>
                  </a:lnTo>
                  <a:lnTo>
                    <a:pt x="1897" y="422"/>
                  </a:lnTo>
                  <a:lnTo>
                    <a:pt x="1891" y="426"/>
                  </a:lnTo>
                  <a:lnTo>
                    <a:pt x="1886" y="428"/>
                  </a:lnTo>
                  <a:lnTo>
                    <a:pt x="1882" y="431"/>
                  </a:lnTo>
                  <a:lnTo>
                    <a:pt x="1876" y="435"/>
                  </a:lnTo>
                  <a:lnTo>
                    <a:pt x="1872" y="439"/>
                  </a:lnTo>
                  <a:lnTo>
                    <a:pt x="1867" y="441"/>
                  </a:lnTo>
                  <a:lnTo>
                    <a:pt x="1861" y="443"/>
                  </a:lnTo>
                  <a:lnTo>
                    <a:pt x="1857" y="447"/>
                  </a:lnTo>
                  <a:lnTo>
                    <a:pt x="1853" y="449"/>
                  </a:lnTo>
                  <a:lnTo>
                    <a:pt x="1846" y="454"/>
                  </a:lnTo>
                  <a:lnTo>
                    <a:pt x="1838" y="460"/>
                  </a:lnTo>
                  <a:lnTo>
                    <a:pt x="1830" y="464"/>
                  </a:lnTo>
                  <a:lnTo>
                    <a:pt x="1823" y="468"/>
                  </a:lnTo>
                  <a:lnTo>
                    <a:pt x="1817" y="471"/>
                  </a:lnTo>
                  <a:lnTo>
                    <a:pt x="1813" y="475"/>
                  </a:lnTo>
                  <a:lnTo>
                    <a:pt x="1806" y="479"/>
                  </a:lnTo>
                  <a:lnTo>
                    <a:pt x="1804" y="481"/>
                  </a:lnTo>
                  <a:lnTo>
                    <a:pt x="1802" y="479"/>
                  </a:lnTo>
                  <a:lnTo>
                    <a:pt x="1798" y="477"/>
                  </a:lnTo>
                  <a:lnTo>
                    <a:pt x="1790" y="473"/>
                  </a:lnTo>
                  <a:lnTo>
                    <a:pt x="1783" y="468"/>
                  </a:lnTo>
                  <a:lnTo>
                    <a:pt x="1777" y="466"/>
                  </a:lnTo>
                  <a:lnTo>
                    <a:pt x="1771" y="462"/>
                  </a:lnTo>
                  <a:lnTo>
                    <a:pt x="1766" y="458"/>
                  </a:lnTo>
                  <a:lnTo>
                    <a:pt x="1760" y="454"/>
                  </a:lnTo>
                  <a:lnTo>
                    <a:pt x="1752" y="450"/>
                  </a:lnTo>
                  <a:lnTo>
                    <a:pt x="1747" y="447"/>
                  </a:lnTo>
                  <a:lnTo>
                    <a:pt x="1739" y="443"/>
                  </a:lnTo>
                  <a:lnTo>
                    <a:pt x="1733" y="439"/>
                  </a:lnTo>
                  <a:lnTo>
                    <a:pt x="1726" y="435"/>
                  </a:lnTo>
                  <a:lnTo>
                    <a:pt x="1718" y="431"/>
                  </a:lnTo>
                  <a:lnTo>
                    <a:pt x="1711" y="426"/>
                  </a:lnTo>
                  <a:lnTo>
                    <a:pt x="1705" y="424"/>
                  </a:lnTo>
                  <a:lnTo>
                    <a:pt x="1697" y="418"/>
                  </a:lnTo>
                  <a:lnTo>
                    <a:pt x="1692" y="416"/>
                  </a:lnTo>
                  <a:lnTo>
                    <a:pt x="1684" y="411"/>
                  </a:lnTo>
                  <a:lnTo>
                    <a:pt x="1678" y="409"/>
                  </a:lnTo>
                  <a:lnTo>
                    <a:pt x="1673" y="403"/>
                  </a:lnTo>
                  <a:lnTo>
                    <a:pt x="1667" y="401"/>
                  </a:lnTo>
                  <a:lnTo>
                    <a:pt x="1661" y="397"/>
                  </a:lnTo>
                  <a:lnTo>
                    <a:pt x="1657" y="395"/>
                  </a:lnTo>
                  <a:lnTo>
                    <a:pt x="1648" y="390"/>
                  </a:lnTo>
                  <a:lnTo>
                    <a:pt x="1644" y="388"/>
                  </a:lnTo>
                  <a:lnTo>
                    <a:pt x="1640" y="384"/>
                  </a:lnTo>
                  <a:lnTo>
                    <a:pt x="1637" y="382"/>
                  </a:lnTo>
                  <a:lnTo>
                    <a:pt x="1633" y="382"/>
                  </a:lnTo>
                  <a:lnTo>
                    <a:pt x="1627" y="380"/>
                  </a:lnTo>
                  <a:lnTo>
                    <a:pt x="1621" y="376"/>
                  </a:lnTo>
                  <a:lnTo>
                    <a:pt x="1616" y="374"/>
                  </a:lnTo>
                  <a:lnTo>
                    <a:pt x="1610" y="373"/>
                  </a:lnTo>
                  <a:lnTo>
                    <a:pt x="1604" y="371"/>
                  </a:lnTo>
                  <a:lnTo>
                    <a:pt x="1597" y="369"/>
                  </a:lnTo>
                  <a:lnTo>
                    <a:pt x="1589" y="367"/>
                  </a:lnTo>
                  <a:lnTo>
                    <a:pt x="1581" y="363"/>
                  </a:lnTo>
                  <a:lnTo>
                    <a:pt x="1574" y="361"/>
                  </a:lnTo>
                  <a:lnTo>
                    <a:pt x="1566" y="359"/>
                  </a:lnTo>
                  <a:lnTo>
                    <a:pt x="1559" y="357"/>
                  </a:lnTo>
                  <a:lnTo>
                    <a:pt x="1551" y="353"/>
                  </a:lnTo>
                  <a:lnTo>
                    <a:pt x="1543" y="352"/>
                  </a:lnTo>
                  <a:lnTo>
                    <a:pt x="1536" y="350"/>
                  </a:lnTo>
                  <a:lnTo>
                    <a:pt x="1528" y="348"/>
                  </a:lnTo>
                  <a:lnTo>
                    <a:pt x="1521" y="344"/>
                  </a:lnTo>
                  <a:lnTo>
                    <a:pt x="1513" y="342"/>
                  </a:lnTo>
                  <a:lnTo>
                    <a:pt x="1505" y="340"/>
                  </a:lnTo>
                  <a:lnTo>
                    <a:pt x="1500" y="338"/>
                  </a:lnTo>
                  <a:lnTo>
                    <a:pt x="1494" y="336"/>
                  </a:lnTo>
                  <a:lnTo>
                    <a:pt x="1488" y="336"/>
                  </a:lnTo>
                  <a:lnTo>
                    <a:pt x="1483" y="334"/>
                  </a:lnTo>
                  <a:lnTo>
                    <a:pt x="1479" y="333"/>
                  </a:lnTo>
                  <a:lnTo>
                    <a:pt x="1473" y="331"/>
                  </a:lnTo>
                  <a:lnTo>
                    <a:pt x="1471" y="331"/>
                  </a:lnTo>
                  <a:lnTo>
                    <a:pt x="1465" y="331"/>
                  </a:lnTo>
                  <a:lnTo>
                    <a:pt x="1467" y="329"/>
                  </a:lnTo>
                  <a:lnTo>
                    <a:pt x="1471" y="325"/>
                  </a:lnTo>
                  <a:lnTo>
                    <a:pt x="1475" y="323"/>
                  </a:lnTo>
                  <a:lnTo>
                    <a:pt x="1481" y="321"/>
                  </a:lnTo>
                  <a:lnTo>
                    <a:pt x="1484" y="319"/>
                  </a:lnTo>
                  <a:lnTo>
                    <a:pt x="1492" y="317"/>
                  </a:lnTo>
                  <a:lnTo>
                    <a:pt x="1500" y="314"/>
                  </a:lnTo>
                  <a:lnTo>
                    <a:pt x="1507" y="310"/>
                  </a:lnTo>
                  <a:lnTo>
                    <a:pt x="1515" y="306"/>
                  </a:lnTo>
                  <a:lnTo>
                    <a:pt x="1526" y="302"/>
                  </a:lnTo>
                  <a:lnTo>
                    <a:pt x="1534" y="298"/>
                  </a:lnTo>
                  <a:lnTo>
                    <a:pt x="1545" y="295"/>
                  </a:lnTo>
                  <a:lnTo>
                    <a:pt x="1555" y="291"/>
                  </a:lnTo>
                  <a:lnTo>
                    <a:pt x="1568" y="287"/>
                  </a:lnTo>
                  <a:lnTo>
                    <a:pt x="1579" y="281"/>
                  </a:lnTo>
                  <a:lnTo>
                    <a:pt x="1591" y="276"/>
                  </a:lnTo>
                  <a:lnTo>
                    <a:pt x="1604" y="270"/>
                  </a:lnTo>
                  <a:lnTo>
                    <a:pt x="1617" y="264"/>
                  </a:lnTo>
                  <a:lnTo>
                    <a:pt x="1631" y="258"/>
                  </a:lnTo>
                  <a:lnTo>
                    <a:pt x="1644" y="253"/>
                  </a:lnTo>
                  <a:lnTo>
                    <a:pt x="1659" y="247"/>
                  </a:lnTo>
                  <a:lnTo>
                    <a:pt x="1675" y="241"/>
                  </a:lnTo>
                  <a:lnTo>
                    <a:pt x="1688" y="234"/>
                  </a:lnTo>
                  <a:lnTo>
                    <a:pt x="1703" y="228"/>
                  </a:lnTo>
                  <a:lnTo>
                    <a:pt x="1718" y="222"/>
                  </a:lnTo>
                  <a:lnTo>
                    <a:pt x="1733" y="217"/>
                  </a:lnTo>
                  <a:lnTo>
                    <a:pt x="1749" y="209"/>
                  </a:lnTo>
                  <a:lnTo>
                    <a:pt x="1764" y="203"/>
                  </a:lnTo>
                  <a:lnTo>
                    <a:pt x="1779" y="196"/>
                  </a:lnTo>
                  <a:lnTo>
                    <a:pt x="1796" y="190"/>
                  </a:lnTo>
                  <a:lnTo>
                    <a:pt x="1810" y="182"/>
                  </a:lnTo>
                  <a:lnTo>
                    <a:pt x="1825" y="177"/>
                  </a:lnTo>
                  <a:lnTo>
                    <a:pt x="1840" y="169"/>
                  </a:lnTo>
                  <a:lnTo>
                    <a:pt x="1857" y="163"/>
                  </a:lnTo>
                  <a:lnTo>
                    <a:pt x="1870" y="158"/>
                  </a:lnTo>
                  <a:lnTo>
                    <a:pt x="1886" y="150"/>
                  </a:lnTo>
                  <a:lnTo>
                    <a:pt x="1901" y="144"/>
                  </a:lnTo>
                  <a:lnTo>
                    <a:pt x="1916" y="139"/>
                  </a:lnTo>
                  <a:lnTo>
                    <a:pt x="1929" y="131"/>
                  </a:lnTo>
                  <a:lnTo>
                    <a:pt x="1943" y="125"/>
                  </a:lnTo>
                  <a:lnTo>
                    <a:pt x="1956" y="120"/>
                  </a:lnTo>
                  <a:lnTo>
                    <a:pt x="1971" y="114"/>
                  </a:lnTo>
                  <a:lnTo>
                    <a:pt x="1983" y="108"/>
                  </a:lnTo>
                  <a:lnTo>
                    <a:pt x="1996" y="103"/>
                  </a:lnTo>
                  <a:lnTo>
                    <a:pt x="2007" y="99"/>
                  </a:lnTo>
                  <a:lnTo>
                    <a:pt x="2021" y="95"/>
                  </a:lnTo>
                  <a:lnTo>
                    <a:pt x="2030" y="89"/>
                  </a:lnTo>
                  <a:lnTo>
                    <a:pt x="2041" y="84"/>
                  </a:lnTo>
                  <a:lnTo>
                    <a:pt x="2051" y="80"/>
                  </a:lnTo>
                  <a:lnTo>
                    <a:pt x="2060" y="74"/>
                  </a:lnTo>
                  <a:lnTo>
                    <a:pt x="2068" y="70"/>
                  </a:lnTo>
                  <a:lnTo>
                    <a:pt x="2078" y="66"/>
                  </a:lnTo>
                  <a:lnTo>
                    <a:pt x="2083" y="64"/>
                  </a:lnTo>
                  <a:lnTo>
                    <a:pt x="2091" y="61"/>
                  </a:lnTo>
                  <a:lnTo>
                    <a:pt x="2097" y="59"/>
                  </a:lnTo>
                  <a:lnTo>
                    <a:pt x="2102" y="55"/>
                  </a:lnTo>
                  <a:lnTo>
                    <a:pt x="2106" y="53"/>
                  </a:lnTo>
                  <a:lnTo>
                    <a:pt x="2110" y="51"/>
                  </a:lnTo>
                  <a:lnTo>
                    <a:pt x="2114" y="49"/>
                  </a:lnTo>
                  <a:lnTo>
                    <a:pt x="2116" y="49"/>
                  </a:lnTo>
                  <a:lnTo>
                    <a:pt x="2114" y="47"/>
                  </a:lnTo>
                  <a:lnTo>
                    <a:pt x="2112" y="47"/>
                  </a:lnTo>
                  <a:lnTo>
                    <a:pt x="2108" y="45"/>
                  </a:lnTo>
                  <a:lnTo>
                    <a:pt x="2104" y="45"/>
                  </a:lnTo>
                  <a:lnTo>
                    <a:pt x="2098" y="45"/>
                  </a:lnTo>
                  <a:lnTo>
                    <a:pt x="2093" y="45"/>
                  </a:lnTo>
                  <a:lnTo>
                    <a:pt x="2087" y="44"/>
                  </a:lnTo>
                  <a:lnTo>
                    <a:pt x="2079" y="44"/>
                  </a:lnTo>
                  <a:lnTo>
                    <a:pt x="2070" y="44"/>
                  </a:lnTo>
                  <a:lnTo>
                    <a:pt x="2062" y="42"/>
                  </a:lnTo>
                  <a:lnTo>
                    <a:pt x="2053" y="42"/>
                  </a:lnTo>
                  <a:lnTo>
                    <a:pt x="2041" y="42"/>
                  </a:lnTo>
                  <a:lnTo>
                    <a:pt x="2030" y="40"/>
                  </a:lnTo>
                  <a:lnTo>
                    <a:pt x="2019" y="38"/>
                  </a:lnTo>
                  <a:lnTo>
                    <a:pt x="2007" y="38"/>
                  </a:lnTo>
                  <a:lnTo>
                    <a:pt x="1996" y="38"/>
                  </a:lnTo>
                  <a:lnTo>
                    <a:pt x="1981" y="36"/>
                  </a:lnTo>
                  <a:lnTo>
                    <a:pt x="1967" y="36"/>
                  </a:lnTo>
                  <a:lnTo>
                    <a:pt x="1954" y="34"/>
                  </a:lnTo>
                  <a:lnTo>
                    <a:pt x="1939" y="34"/>
                  </a:lnTo>
                  <a:lnTo>
                    <a:pt x="1924" y="32"/>
                  </a:lnTo>
                  <a:lnTo>
                    <a:pt x="1908" y="30"/>
                  </a:lnTo>
                  <a:lnTo>
                    <a:pt x="1893" y="28"/>
                  </a:lnTo>
                  <a:lnTo>
                    <a:pt x="1878" y="28"/>
                  </a:lnTo>
                  <a:lnTo>
                    <a:pt x="1861" y="28"/>
                  </a:lnTo>
                  <a:lnTo>
                    <a:pt x="1846" y="26"/>
                  </a:lnTo>
                  <a:lnTo>
                    <a:pt x="1829" y="26"/>
                  </a:lnTo>
                  <a:lnTo>
                    <a:pt x="1811" y="25"/>
                  </a:lnTo>
                  <a:lnTo>
                    <a:pt x="1796" y="23"/>
                  </a:lnTo>
                  <a:lnTo>
                    <a:pt x="1779" y="23"/>
                  </a:lnTo>
                  <a:lnTo>
                    <a:pt x="1762" y="23"/>
                  </a:lnTo>
                  <a:lnTo>
                    <a:pt x="1747" y="23"/>
                  </a:lnTo>
                  <a:lnTo>
                    <a:pt x="1728" y="21"/>
                  </a:lnTo>
                  <a:lnTo>
                    <a:pt x="1711" y="19"/>
                  </a:lnTo>
                  <a:lnTo>
                    <a:pt x="1695" y="17"/>
                  </a:lnTo>
                  <a:lnTo>
                    <a:pt x="1678" y="17"/>
                  </a:lnTo>
                  <a:lnTo>
                    <a:pt x="1661" y="15"/>
                  </a:lnTo>
                  <a:lnTo>
                    <a:pt x="1646" y="15"/>
                  </a:lnTo>
                  <a:lnTo>
                    <a:pt x="1629" y="13"/>
                  </a:lnTo>
                  <a:lnTo>
                    <a:pt x="1614" y="13"/>
                  </a:lnTo>
                  <a:lnTo>
                    <a:pt x="1598" y="11"/>
                  </a:lnTo>
                  <a:lnTo>
                    <a:pt x="1583" y="11"/>
                  </a:lnTo>
                  <a:lnTo>
                    <a:pt x="1568" y="9"/>
                  </a:lnTo>
                  <a:lnTo>
                    <a:pt x="1553" y="9"/>
                  </a:lnTo>
                  <a:lnTo>
                    <a:pt x="1538" y="7"/>
                  </a:lnTo>
                  <a:lnTo>
                    <a:pt x="1524" y="7"/>
                  </a:lnTo>
                  <a:lnTo>
                    <a:pt x="1513" y="7"/>
                  </a:lnTo>
                  <a:lnTo>
                    <a:pt x="1500" y="7"/>
                  </a:lnTo>
                  <a:lnTo>
                    <a:pt x="1486" y="6"/>
                  </a:lnTo>
                  <a:lnTo>
                    <a:pt x="1475" y="6"/>
                  </a:lnTo>
                  <a:lnTo>
                    <a:pt x="1464" y="4"/>
                  </a:lnTo>
                  <a:lnTo>
                    <a:pt x="1454" y="4"/>
                  </a:lnTo>
                  <a:lnTo>
                    <a:pt x="1443" y="4"/>
                  </a:lnTo>
                  <a:lnTo>
                    <a:pt x="1433" y="2"/>
                  </a:lnTo>
                  <a:lnTo>
                    <a:pt x="1425" y="2"/>
                  </a:lnTo>
                  <a:lnTo>
                    <a:pt x="1420" y="2"/>
                  </a:lnTo>
                  <a:lnTo>
                    <a:pt x="1412" y="2"/>
                  </a:lnTo>
                  <a:lnTo>
                    <a:pt x="1405" y="0"/>
                  </a:lnTo>
                  <a:lnTo>
                    <a:pt x="1399" y="0"/>
                  </a:lnTo>
                  <a:lnTo>
                    <a:pt x="1397" y="0"/>
                  </a:lnTo>
                  <a:lnTo>
                    <a:pt x="1391" y="0"/>
                  </a:lnTo>
                  <a:lnTo>
                    <a:pt x="1389" y="0"/>
                  </a:lnTo>
                  <a:lnTo>
                    <a:pt x="1389" y="23"/>
                  </a:lnTo>
                  <a:lnTo>
                    <a:pt x="2036" y="66"/>
                  </a:lnTo>
                  <a:lnTo>
                    <a:pt x="1437" y="319"/>
                  </a:lnTo>
                  <a:lnTo>
                    <a:pt x="1304" y="304"/>
                  </a:lnTo>
                  <a:lnTo>
                    <a:pt x="1302" y="302"/>
                  </a:lnTo>
                  <a:lnTo>
                    <a:pt x="1300" y="302"/>
                  </a:lnTo>
                  <a:lnTo>
                    <a:pt x="1296" y="300"/>
                  </a:lnTo>
                  <a:lnTo>
                    <a:pt x="1292" y="298"/>
                  </a:lnTo>
                  <a:lnTo>
                    <a:pt x="1285" y="295"/>
                  </a:lnTo>
                  <a:lnTo>
                    <a:pt x="1277" y="291"/>
                  </a:lnTo>
                  <a:lnTo>
                    <a:pt x="1270" y="289"/>
                  </a:lnTo>
                  <a:lnTo>
                    <a:pt x="1262" y="285"/>
                  </a:lnTo>
                  <a:lnTo>
                    <a:pt x="1256" y="281"/>
                  </a:lnTo>
                  <a:lnTo>
                    <a:pt x="1251" y="281"/>
                  </a:lnTo>
                  <a:lnTo>
                    <a:pt x="1247" y="279"/>
                  </a:lnTo>
                  <a:lnTo>
                    <a:pt x="1241" y="277"/>
                  </a:lnTo>
                  <a:lnTo>
                    <a:pt x="1235" y="274"/>
                  </a:lnTo>
                  <a:lnTo>
                    <a:pt x="1230" y="274"/>
                  </a:lnTo>
                  <a:lnTo>
                    <a:pt x="1224" y="272"/>
                  </a:lnTo>
                  <a:lnTo>
                    <a:pt x="1220" y="272"/>
                  </a:lnTo>
                  <a:lnTo>
                    <a:pt x="1213" y="268"/>
                  </a:lnTo>
                  <a:lnTo>
                    <a:pt x="1207" y="268"/>
                  </a:lnTo>
                  <a:lnTo>
                    <a:pt x="1201" y="266"/>
                  </a:lnTo>
                  <a:lnTo>
                    <a:pt x="1195" y="266"/>
                  </a:lnTo>
                  <a:lnTo>
                    <a:pt x="1190" y="264"/>
                  </a:lnTo>
                  <a:lnTo>
                    <a:pt x="1184" y="264"/>
                  </a:lnTo>
                  <a:lnTo>
                    <a:pt x="1178" y="264"/>
                  </a:lnTo>
                  <a:lnTo>
                    <a:pt x="1173" y="264"/>
                  </a:lnTo>
                  <a:lnTo>
                    <a:pt x="1201" y="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Freeform 25"/>
            <p:cNvSpPr>
              <a:spLocks/>
            </p:cNvSpPr>
            <p:nvPr/>
          </p:nvSpPr>
          <p:spPr bwMode="auto">
            <a:xfrm>
              <a:off x="1502" y="2114"/>
              <a:ext cx="369" cy="558"/>
            </a:xfrm>
            <a:custGeom>
              <a:avLst/>
              <a:gdLst>
                <a:gd name="T0" fmla="*/ 1 w 737"/>
                <a:gd name="T1" fmla="*/ 1 h 1116"/>
                <a:gd name="T2" fmla="*/ 1 w 737"/>
                <a:gd name="T3" fmla="*/ 1 h 1116"/>
                <a:gd name="T4" fmla="*/ 1 w 737"/>
                <a:gd name="T5" fmla="*/ 1 h 1116"/>
                <a:gd name="T6" fmla="*/ 1 w 737"/>
                <a:gd name="T7" fmla="*/ 1 h 1116"/>
                <a:gd name="T8" fmla="*/ 1 w 737"/>
                <a:gd name="T9" fmla="*/ 1 h 1116"/>
                <a:gd name="T10" fmla="*/ 1 w 737"/>
                <a:gd name="T11" fmla="*/ 1 h 1116"/>
                <a:gd name="T12" fmla="*/ 1 w 737"/>
                <a:gd name="T13" fmla="*/ 1 h 1116"/>
                <a:gd name="T14" fmla="*/ 1 w 737"/>
                <a:gd name="T15" fmla="*/ 1 h 1116"/>
                <a:gd name="T16" fmla="*/ 1 w 737"/>
                <a:gd name="T17" fmla="*/ 1 h 1116"/>
                <a:gd name="T18" fmla="*/ 1 w 737"/>
                <a:gd name="T19" fmla="*/ 1 h 1116"/>
                <a:gd name="T20" fmla="*/ 1 w 737"/>
                <a:gd name="T21" fmla="*/ 1 h 1116"/>
                <a:gd name="T22" fmla="*/ 1 w 737"/>
                <a:gd name="T23" fmla="*/ 1 h 1116"/>
                <a:gd name="T24" fmla="*/ 1 w 737"/>
                <a:gd name="T25" fmla="*/ 1 h 1116"/>
                <a:gd name="T26" fmla="*/ 1 w 737"/>
                <a:gd name="T27" fmla="*/ 1 h 1116"/>
                <a:gd name="T28" fmla="*/ 1 w 737"/>
                <a:gd name="T29" fmla="*/ 1 h 1116"/>
                <a:gd name="T30" fmla="*/ 1 w 737"/>
                <a:gd name="T31" fmla="*/ 1 h 1116"/>
                <a:gd name="T32" fmla="*/ 1 w 737"/>
                <a:gd name="T33" fmla="*/ 1 h 1116"/>
                <a:gd name="T34" fmla="*/ 1 w 737"/>
                <a:gd name="T35" fmla="*/ 1 h 1116"/>
                <a:gd name="T36" fmla="*/ 1 w 737"/>
                <a:gd name="T37" fmla="*/ 1 h 1116"/>
                <a:gd name="T38" fmla="*/ 1 w 737"/>
                <a:gd name="T39" fmla="*/ 1 h 1116"/>
                <a:gd name="T40" fmla="*/ 1 w 737"/>
                <a:gd name="T41" fmla="*/ 1 h 1116"/>
                <a:gd name="T42" fmla="*/ 1 w 737"/>
                <a:gd name="T43" fmla="*/ 1 h 1116"/>
                <a:gd name="T44" fmla="*/ 1 w 737"/>
                <a:gd name="T45" fmla="*/ 1 h 1116"/>
                <a:gd name="T46" fmla="*/ 1 w 737"/>
                <a:gd name="T47" fmla="*/ 1 h 1116"/>
                <a:gd name="T48" fmla="*/ 1 w 737"/>
                <a:gd name="T49" fmla="*/ 1 h 1116"/>
                <a:gd name="T50" fmla="*/ 1 w 737"/>
                <a:gd name="T51" fmla="*/ 1 h 1116"/>
                <a:gd name="T52" fmla="*/ 1 w 737"/>
                <a:gd name="T53" fmla="*/ 1 h 1116"/>
                <a:gd name="T54" fmla="*/ 1 w 737"/>
                <a:gd name="T55" fmla="*/ 1 h 1116"/>
                <a:gd name="T56" fmla="*/ 1 w 737"/>
                <a:gd name="T57" fmla="*/ 1 h 1116"/>
                <a:gd name="T58" fmla="*/ 1 w 737"/>
                <a:gd name="T59" fmla="*/ 1 h 1116"/>
                <a:gd name="T60" fmla="*/ 1 w 737"/>
                <a:gd name="T61" fmla="*/ 1 h 1116"/>
                <a:gd name="T62" fmla="*/ 1 w 737"/>
                <a:gd name="T63" fmla="*/ 1 h 1116"/>
                <a:gd name="T64" fmla="*/ 1 w 737"/>
                <a:gd name="T65" fmla="*/ 1 h 1116"/>
                <a:gd name="T66" fmla="*/ 1 w 737"/>
                <a:gd name="T67" fmla="*/ 1 h 1116"/>
                <a:gd name="T68" fmla="*/ 1 w 737"/>
                <a:gd name="T69" fmla="*/ 1 h 1116"/>
                <a:gd name="T70" fmla="*/ 1 w 737"/>
                <a:gd name="T71" fmla="*/ 1 h 1116"/>
                <a:gd name="T72" fmla="*/ 1 w 737"/>
                <a:gd name="T73" fmla="*/ 1 h 1116"/>
                <a:gd name="T74" fmla="*/ 1 w 737"/>
                <a:gd name="T75" fmla="*/ 1 h 1116"/>
                <a:gd name="T76" fmla="*/ 1 w 737"/>
                <a:gd name="T77" fmla="*/ 1 h 1116"/>
                <a:gd name="T78" fmla="*/ 1 w 737"/>
                <a:gd name="T79" fmla="*/ 1 h 1116"/>
                <a:gd name="T80" fmla="*/ 1 w 737"/>
                <a:gd name="T81" fmla="*/ 1 h 1116"/>
                <a:gd name="T82" fmla="*/ 1 w 737"/>
                <a:gd name="T83" fmla="*/ 1 h 1116"/>
                <a:gd name="T84" fmla="*/ 1 w 737"/>
                <a:gd name="T85" fmla="*/ 1 h 1116"/>
                <a:gd name="T86" fmla="*/ 1 w 737"/>
                <a:gd name="T87" fmla="*/ 1 h 1116"/>
                <a:gd name="T88" fmla="*/ 1 w 737"/>
                <a:gd name="T89" fmla="*/ 1 h 1116"/>
                <a:gd name="T90" fmla="*/ 1 w 737"/>
                <a:gd name="T91" fmla="*/ 1 h 1116"/>
                <a:gd name="T92" fmla="*/ 1 w 737"/>
                <a:gd name="T93" fmla="*/ 1 h 1116"/>
                <a:gd name="T94" fmla="*/ 1 w 737"/>
                <a:gd name="T95" fmla="*/ 1 h 1116"/>
                <a:gd name="T96" fmla="*/ 1 w 737"/>
                <a:gd name="T97" fmla="*/ 1 h 1116"/>
                <a:gd name="T98" fmla="*/ 1 w 737"/>
                <a:gd name="T99" fmla="*/ 1 h 1116"/>
                <a:gd name="T100" fmla="*/ 1 w 737"/>
                <a:gd name="T101" fmla="*/ 1 h 1116"/>
                <a:gd name="T102" fmla="*/ 1 w 737"/>
                <a:gd name="T103" fmla="*/ 1 h 1116"/>
                <a:gd name="T104" fmla="*/ 1 w 737"/>
                <a:gd name="T105" fmla="*/ 1 h 1116"/>
                <a:gd name="T106" fmla="*/ 1 w 737"/>
                <a:gd name="T107" fmla="*/ 1 h 1116"/>
                <a:gd name="T108" fmla="*/ 1 w 737"/>
                <a:gd name="T109" fmla="*/ 1 h 111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737"/>
                <a:gd name="T166" fmla="*/ 0 h 1116"/>
                <a:gd name="T167" fmla="*/ 737 w 737"/>
                <a:gd name="T168" fmla="*/ 1116 h 111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737" h="1116">
                  <a:moveTo>
                    <a:pt x="711" y="7"/>
                  </a:moveTo>
                  <a:lnTo>
                    <a:pt x="709" y="7"/>
                  </a:lnTo>
                  <a:lnTo>
                    <a:pt x="709" y="11"/>
                  </a:lnTo>
                  <a:lnTo>
                    <a:pt x="709" y="13"/>
                  </a:lnTo>
                  <a:lnTo>
                    <a:pt x="709" y="17"/>
                  </a:lnTo>
                  <a:lnTo>
                    <a:pt x="707" y="21"/>
                  </a:lnTo>
                  <a:lnTo>
                    <a:pt x="707" y="26"/>
                  </a:lnTo>
                  <a:lnTo>
                    <a:pt x="707" y="30"/>
                  </a:lnTo>
                  <a:lnTo>
                    <a:pt x="707" y="36"/>
                  </a:lnTo>
                  <a:lnTo>
                    <a:pt x="705" y="42"/>
                  </a:lnTo>
                  <a:lnTo>
                    <a:pt x="705" y="47"/>
                  </a:lnTo>
                  <a:lnTo>
                    <a:pt x="705" y="55"/>
                  </a:lnTo>
                  <a:lnTo>
                    <a:pt x="705" y="63"/>
                  </a:lnTo>
                  <a:lnTo>
                    <a:pt x="703" y="70"/>
                  </a:lnTo>
                  <a:lnTo>
                    <a:pt x="703" y="78"/>
                  </a:lnTo>
                  <a:lnTo>
                    <a:pt x="701" y="85"/>
                  </a:lnTo>
                  <a:lnTo>
                    <a:pt x="701" y="95"/>
                  </a:lnTo>
                  <a:lnTo>
                    <a:pt x="701" y="103"/>
                  </a:lnTo>
                  <a:lnTo>
                    <a:pt x="699" y="112"/>
                  </a:lnTo>
                  <a:lnTo>
                    <a:pt x="697" y="122"/>
                  </a:lnTo>
                  <a:lnTo>
                    <a:pt x="697" y="131"/>
                  </a:lnTo>
                  <a:lnTo>
                    <a:pt x="696" y="142"/>
                  </a:lnTo>
                  <a:lnTo>
                    <a:pt x="696" y="152"/>
                  </a:lnTo>
                  <a:lnTo>
                    <a:pt x="694" y="163"/>
                  </a:lnTo>
                  <a:lnTo>
                    <a:pt x="694" y="173"/>
                  </a:lnTo>
                  <a:lnTo>
                    <a:pt x="694" y="184"/>
                  </a:lnTo>
                  <a:lnTo>
                    <a:pt x="694" y="196"/>
                  </a:lnTo>
                  <a:lnTo>
                    <a:pt x="692" y="207"/>
                  </a:lnTo>
                  <a:lnTo>
                    <a:pt x="692" y="219"/>
                  </a:lnTo>
                  <a:lnTo>
                    <a:pt x="690" y="230"/>
                  </a:lnTo>
                  <a:lnTo>
                    <a:pt x="690" y="241"/>
                  </a:lnTo>
                  <a:lnTo>
                    <a:pt x="688" y="253"/>
                  </a:lnTo>
                  <a:lnTo>
                    <a:pt x="686" y="262"/>
                  </a:lnTo>
                  <a:lnTo>
                    <a:pt x="686" y="274"/>
                  </a:lnTo>
                  <a:lnTo>
                    <a:pt x="686" y="285"/>
                  </a:lnTo>
                  <a:lnTo>
                    <a:pt x="684" y="296"/>
                  </a:lnTo>
                  <a:lnTo>
                    <a:pt x="682" y="308"/>
                  </a:lnTo>
                  <a:lnTo>
                    <a:pt x="680" y="319"/>
                  </a:lnTo>
                  <a:lnTo>
                    <a:pt x="680" y="331"/>
                  </a:lnTo>
                  <a:lnTo>
                    <a:pt x="680" y="340"/>
                  </a:lnTo>
                  <a:lnTo>
                    <a:pt x="678" y="352"/>
                  </a:lnTo>
                  <a:lnTo>
                    <a:pt x="678" y="363"/>
                  </a:lnTo>
                  <a:lnTo>
                    <a:pt x="677" y="374"/>
                  </a:lnTo>
                  <a:lnTo>
                    <a:pt x="677" y="384"/>
                  </a:lnTo>
                  <a:lnTo>
                    <a:pt x="675" y="393"/>
                  </a:lnTo>
                  <a:lnTo>
                    <a:pt x="675" y="403"/>
                  </a:lnTo>
                  <a:lnTo>
                    <a:pt x="675" y="414"/>
                  </a:lnTo>
                  <a:lnTo>
                    <a:pt x="673" y="422"/>
                  </a:lnTo>
                  <a:lnTo>
                    <a:pt x="673" y="431"/>
                  </a:lnTo>
                  <a:lnTo>
                    <a:pt x="671" y="439"/>
                  </a:lnTo>
                  <a:lnTo>
                    <a:pt x="671" y="449"/>
                  </a:lnTo>
                  <a:lnTo>
                    <a:pt x="671" y="456"/>
                  </a:lnTo>
                  <a:lnTo>
                    <a:pt x="669" y="464"/>
                  </a:lnTo>
                  <a:lnTo>
                    <a:pt x="669" y="471"/>
                  </a:lnTo>
                  <a:lnTo>
                    <a:pt x="669" y="479"/>
                  </a:lnTo>
                  <a:lnTo>
                    <a:pt x="669" y="485"/>
                  </a:lnTo>
                  <a:lnTo>
                    <a:pt x="667" y="490"/>
                  </a:lnTo>
                  <a:lnTo>
                    <a:pt x="667" y="496"/>
                  </a:lnTo>
                  <a:lnTo>
                    <a:pt x="667" y="502"/>
                  </a:lnTo>
                  <a:lnTo>
                    <a:pt x="667" y="506"/>
                  </a:lnTo>
                  <a:lnTo>
                    <a:pt x="667" y="509"/>
                  </a:lnTo>
                  <a:lnTo>
                    <a:pt x="667" y="513"/>
                  </a:lnTo>
                  <a:lnTo>
                    <a:pt x="667" y="517"/>
                  </a:lnTo>
                  <a:lnTo>
                    <a:pt x="665" y="523"/>
                  </a:lnTo>
                  <a:lnTo>
                    <a:pt x="665" y="528"/>
                  </a:lnTo>
                  <a:lnTo>
                    <a:pt x="665" y="534"/>
                  </a:lnTo>
                  <a:lnTo>
                    <a:pt x="667" y="542"/>
                  </a:lnTo>
                  <a:lnTo>
                    <a:pt x="667" y="549"/>
                  </a:lnTo>
                  <a:lnTo>
                    <a:pt x="667" y="557"/>
                  </a:lnTo>
                  <a:lnTo>
                    <a:pt x="667" y="561"/>
                  </a:lnTo>
                  <a:lnTo>
                    <a:pt x="667" y="565"/>
                  </a:lnTo>
                  <a:lnTo>
                    <a:pt x="669" y="570"/>
                  </a:lnTo>
                  <a:lnTo>
                    <a:pt x="669" y="576"/>
                  </a:lnTo>
                  <a:lnTo>
                    <a:pt x="669" y="584"/>
                  </a:lnTo>
                  <a:lnTo>
                    <a:pt x="671" y="593"/>
                  </a:lnTo>
                  <a:lnTo>
                    <a:pt x="671" y="597"/>
                  </a:lnTo>
                  <a:lnTo>
                    <a:pt x="673" y="603"/>
                  </a:lnTo>
                  <a:lnTo>
                    <a:pt x="673" y="608"/>
                  </a:lnTo>
                  <a:lnTo>
                    <a:pt x="673" y="612"/>
                  </a:lnTo>
                  <a:lnTo>
                    <a:pt x="673" y="618"/>
                  </a:lnTo>
                  <a:lnTo>
                    <a:pt x="675" y="623"/>
                  </a:lnTo>
                  <a:lnTo>
                    <a:pt x="675" y="627"/>
                  </a:lnTo>
                  <a:lnTo>
                    <a:pt x="677" y="633"/>
                  </a:lnTo>
                  <a:lnTo>
                    <a:pt x="677" y="639"/>
                  </a:lnTo>
                  <a:lnTo>
                    <a:pt x="677" y="643"/>
                  </a:lnTo>
                  <a:lnTo>
                    <a:pt x="678" y="648"/>
                  </a:lnTo>
                  <a:lnTo>
                    <a:pt x="678" y="654"/>
                  </a:lnTo>
                  <a:lnTo>
                    <a:pt x="678" y="658"/>
                  </a:lnTo>
                  <a:lnTo>
                    <a:pt x="678" y="663"/>
                  </a:lnTo>
                  <a:lnTo>
                    <a:pt x="678" y="667"/>
                  </a:lnTo>
                  <a:lnTo>
                    <a:pt x="680" y="671"/>
                  </a:lnTo>
                  <a:lnTo>
                    <a:pt x="680" y="677"/>
                  </a:lnTo>
                  <a:lnTo>
                    <a:pt x="680" y="681"/>
                  </a:lnTo>
                  <a:lnTo>
                    <a:pt x="680" y="686"/>
                  </a:lnTo>
                  <a:lnTo>
                    <a:pt x="680" y="692"/>
                  </a:lnTo>
                  <a:lnTo>
                    <a:pt x="680" y="700"/>
                  </a:lnTo>
                  <a:lnTo>
                    <a:pt x="682" y="709"/>
                  </a:lnTo>
                  <a:lnTo>
                    <a:pt x="682" y="717"/>
                  </a:lnTo>
                  <a:lnTo>
                    <a:pt x="682" y="726"/>
                  </a:lnTo>
                  <a:lnTo>
                    <a:pt x="682" y="732"/>
                  </a:lnTo>
                  <a:lnTo>
                    <a:pt x="682" y="739"/>
                  </a:lnTo>
                  <a:lnTo>
                    <a:pt x="682" y="745"/>
                  </a:lnTo>
                  <a:lnTo>
                    <a:pt x="682" y="753"/>
                  </a:lnTo>
                  <a:lnTo>
                    <a:pt x="680" y="757"/>
                  </a:lnTo>
                  <a:lnTo>
                    <a:pt x="680" y="762"/>
                  </a:lnTo>
                  <a:lnTo>
                    <a:pt x="678" y="766"/>
                  </a:lnTo>
                  <a:lnTo>
                    <a:pt x="678" y="770"/>
                  </a:lnTo>
                  <a:lnTo>
                    <a:pt x="675" y="770"/>
                  </a:lnTo>
                  <a:lnTo>
                    <a:pt x="673" y="772"/>
                  </a:lnTo>
                  <a:lnTo>
                    <a:pt x="671" y="776"/>
                  </a:lnTo>
                  <a:lnTo>
                    <a:pt x="665" y="778"/>
                  </a:lnTo>
                  <a:lnTo>
                    <a:pt x="659" y="779"/>
                  </a:lnTo>
                  <a:lnTo>
                    <a:pt x="656" y="783"/>
                  </a:lnTo>
                  <a:lnTo>
                    <a:pt x="650" y="787"/>
                  </a:lnTo>
                  <a:lnTo>
                    <a:pt x="642" y="791"/>
                  </a:lnTo>
                  <a:lnTo>
                    <a:pt x="635" y="795"/>
                  </a:lnTo>
                  <a:lnTo>
                    <a:pt x="625" y="798"/>
                  </a:lnTo>
                  <a:lnTo>
                    <a:pt x="616" y="804"/>
                  </a:lnTo>
                  <a:lnTo>
                    <a:pt x="608" y="808"/>
                  </a:lnTo>
                  <a:lnTo>
                    <a:pt x="597" y="814"/>
                  </a:lnTo>
                  <a:lnTo>
                    <a:pt x="587" y="819"/>
                  </a:lnTo>
                  <a:lnTo>
                    <a:pt x="574" y="825"/>
                  </a:lnTo>
                  <a:lnTo>
                    <a:pt x="564" y="831"/>
                  </a:lnTo>
                  <a:lnTo>
                    <a:pt x="551" y="836"/>
                  </a:lnTo>
                  <a:lnTo>
                    <a:pt x="538" y="842"/>
                  </a:lnTo>
                  <a:lnTo>
                    <a:pt x="524" y="850"/>
                  </a:lnTo>
                  <a:lnTo>
                    <a:pt x="511" y="855"/>
                  </a:lnTo>
                  <a:lnTo>
                    <a:pt x="498" y="863"/>
                  </a:lnTo>
                  <a:lnTo>
                    <a:pt x="483" y="869"/>
                  </a:lnTo>
                  <a:lnTo>
                    <a:pt x="469" y="876"/>
                  </a:lnTo>
                  <a:lnTo>
                    <a:pt x="454" y="884"/>
                  </a:lnTo>
                  <a:lnTo>
                    <a:pt x="439" y="890"/>
                  </a:lnTo>
                  <a:lnTo>
                    <a:pt x="424" y="897"/>
                  </a:lnTo>
                  <a:lnTo>
                    <a:pt x="409" y="903"/>
                  </a:lnTo>
                  <a:lnTo>
                    <a:pt x="393" y="911"/>
                  </a:lnTo>
                  <a:lnTo>
                    <a:pt x="378" y="918"/>
                  </a:lnTo>
                  <a:lnTo>
                    <a:pt x="363" y="926"/>
                  </a:lnTo>
                  <a:lnTo>
                    <a:pt x="348" y="933"/>
                  </a:lnTo>
                  <a:lnTo>
                    <a:pt x="332" y="941"/>
                  </a:lnTo>
                  <a:lnTo>
                    <a:pt x="317" y="947"/>
                  </a:lnTo>
                  <a:lnTo>
                    <a:pt x="300" y="954"/>
                  </a:lnTo>
                  <a:lnTo>
                    <a:pt x="285" y="960"/>
                  </a:lnTo>
                  <a:lnTo>
                    <a:pt x="270" y="968"/>
                  </a:lnTo>
                  <a:lnTo>
                    <a:pt x="255" y="975"/>
                  </a:lnTo>
                  <a:lnTo>
                    <a:pt x="239" y="981"/>
                  </a:lnTo>
                  <a:lnTo>
                    <a:pt x="224" y="989"/>
                  </a:lnTo>
                  <a:lnTo>
                    <a:pt x="209" y="996"/>
                  </a:lnTo>
                  <a:lnTo>
                    <a:pt x="194" y="1002"/>
                  </a:lnTo>
                  <a:lnTo>
                    <a:pt x="180" y="1008"/>
                  </a:lnTo>
                  <a:lnTo>
                    <a:pt x="165" y="1015"/>
                  </a:lnTo>
                  <a:lnTo>
                    <a:pt x="154" y="1021"/>
                  </a:lnTo>
                  <a:lnTo>
                    <a:pt x="140" y="1027"/>
                  </a:lnTo>
                  <a:lnTo>
                    <a:pt x="127" y="1032"/>
                  </a:lnTo>
                  <a:lnTo>
                    <a:pt x="114" y="1038"/>
                  </a:lnTo>
                  <a:lnTo>
                    <a:pt x="104" y="1044"/>
                  </a:lnTo>
                  <a:lnTo>
                    <a:pt x="91" y="1049"/>
                  </a:lnTo>
                  <a:lnTo>
                    <a:pt x="82" y="1053"/>
                  </a:lnTo>
                  <a:lnTo>
                    <a:pt x="70" y="1059"/>
                  </a:lnTo>
                  <a:lnTo>
                    <a:pt x="61" y="1063"/>
                  </a:lnTo>
                  <a:lnTo>
                    <a:pt x="51" y="1067"/>
                  </a:lnTo>
                  <a:lnTo>
                    <a:pt x="43" y="1070"/>
                  </a:lnTo>
                  <a:lnTo>
                    <a:pt x="34" y="1072"/>
                  </a:lnTo>
                  <a:lnTo>
                    <a:pt x="28" y="1078"/>
                  </a:lnTo>
                  <a:lnTo>
                    <a:pt x="21" y="1080"/>
                  </a:lnTo>
                  <a:lnTo>
                    <a:pt x="15" y="1082"/>
                  </a:lnTo>
                  <a:lnTo>
                    <a:pt x="11" y="1084"/>
                  </a:lnTo>
                  <a:lnTo>
                    <a:pt x="7" y="1086"/>
                  </a:lnTo>
                  <a:lnTo>
                    <a:pt x="2" y="1089"/>
                  </a:lnTo>
                  <a:lnTo>
                    <a:pt x="0" y="1091"/>
                  </a:lnTo>
                  <a:lnTo>
                    <a:pt x="4" y="1116"/>
                  </a:lnTo>
                  <a:lnTo>
                    <a:pt x="4" y="1114"/>
                  </a:lnTo>
                  <a:lnTo>
                    <a:pt x="9" y="1112"/>
                  </a:lnTo>
                  <a:lnTo>
                    <a:pt x="13" y="1110"/>
                  </a:lnTo>
                  <a:lnTo>
                    <a:pt x="19" y="1108"/>
                  </a:lnTo>
                  <a:lnTo>
                    <a:pt x="24" y="1105"/>
                  </a:lnTo>
                  <a:lnTo>
                    <a:pt x="32" y="1103"/>
                  </a:lnTo>
                  <a:lnTo>
                    <a:pt x="40" y="1099"/>
                  </a:lnTo>
                  <a:lnTo>
                    <a:pt x="47" y="1095"/>
                  </a:lnTo>
                  <a:lnTo>
                    <a:pt x="55" y="1091"/>
                  </a:lnTo>
                  <a:lnTo>
                    <a:pt x="66" y="1086"/>
                  </a:lnTo>
                  <a:lnTo>
                    <a:pt x="76" y="1082"/>
                  </a:lnTo>
                  <a:lnTo>
                    <a:pt x="87" y="1076"/>
                  </a:lnTo>
                  <a:lnTo>
                    <a:pt x="99" y="1072"/>
                  </a:lnTo>
                  <a:lnTo>
                    <a:pt x="112" y="1067"/>
                  </a:lnTo>
                  <a:lnTo>
                    <a:pt x="123" y="1059"/>
                  </a:lnTo>
                  <a:lnTo>
                    <a:pt x="135" y="1053"/>
                  </a:lnTo>
                  <a:lnTo>
                    <a:pt x="148" y="1047"/>
                  </a:lnTo>
                  <a:lnTo>
                    <a:pt x="163" y="1042"/>
                  </a:lnTo>
                  <a:lnTo>
                    <a:pt x="177" y="1034"/>
                  </a:lnTo>
                  <a:lnTo>
                    <a:pt x="192" y="1028"/>
                  </a:lnTo>
                  <a:lnTo>
                    <a:pt x="207" y="1021"/>
                  </a:lnTo>
                  <a:lnTo>
                    <a:pt x="222" y="1015"/>
                  </a:lnTo>
                  <a:lnTo>
                    <a:pt x="237" y="1008"/>
                  </a:lnTo>
                  <a:lnTo>
                    <a:pt x="253" y="1000"/>
                  </a:lnTo>
                  <a:lnTo>
                    <a:pt x="268" y="992"/>
                  </a:lnTo>
                  <a:lnTo>
                    <a:pt x="285" y="987"/>
                  </a:lnTo>
                  <a:lnTo>
                    <a:pt x="302" y="979"/>
                  </a:lnTo>
                  <a:lnTo>
                    <a:pt x="317" y="971"/>
                  </a:lnTo>
                  <a:lnTo>
                    <a:pt x="334" y="964"/>
                  </a:lnTo>
                  <a:lnTo>
                    <a:pt x="351" y="956"/>
                  </a:lnTo>
                  <a:lnTo>
                    <a:pt x="367" y="949"/>
                  </a:lnTo>
                  <a:lnTo>
                    <a:pt x="382" y="941"/>
                  </a:lnTo>
                  <a:lnTo>
                    <a:pt x="399" y="933"/>
                  </a:lnTo>
                  <a:lnTo>
                    <a:pt x="416" y="926"/>
                  </a:lnTo>
                  <a:lnTo>
                    <a:pt x="431" y="918"/>
                  </a:lnTo>
                  <a:lnTo>
                    <a:pt x="447" y="911"/>
                  </a:lnTo>
                  <a:lnTo>
                    <a:pt x="462" y="903"/>
                  </a:lnTo>
                  <a:lnTo>
                    <a:pt x="479" y="895"/>
                  </a:lnTo>
                  <a:lnTo>
                    <a:pt x="492" y="888"/>
                  </a:lnTo>
                  <a:lnTo>
                    <a:pt x="507" y="880"/>
                  </a:lnTo>
                  <a:lnTo>
                    <a:pt x="523" y="873"/>
                  </a:lnTo>
                  <a:lnTo>
                    <a:pt x="538" y="867"/>
                  </a:lnTo>
                  <a:lnTo>
                    <a:pt x="551" y="859"/>
                  </a:lnTo>
                  <a:lnTo>
                    <a:pt x="564" y="854"/>
                  </a:lnTo>
                  <a:lnTo>
                    <a:pt x="578" y="848"/>
                  </a:lnTo>
                  <a:lnTo>
                    <a:pt x="591" y="842"/>
                  </a:lnTo>
                  <a:lnTo>
                    <a:pt x="602" y="835"/>
                  </a:lnTo>
                  <a:lnTo>
                    <a:pt x="614" y="829"/>
                  </a:lnTo>
                  <a:lnTo>
                    <a:pt x="625" y="825"/>
                  </a:lnTo>
                  <a:lnTo>
                    <a:pt x="637" y="819"/>
                  </a:lnTo>
                  <a:lnTo>
                    <a:pt x="644" y="814"/>
                  </a:lnTo>
                  <a:lnTo>
                    <a:pt x="654" y="810"/>
                  </a:lnTo>
                  <a:lnTo>
                    <a:pt x="661" y="806"/>
                  </a:lnTo>
                  <a:lnTo>
                    <a:pt x="671" y="802"/>
                  </a:lnTo>
                  <a:lnTo>
                    <a:pt x="677" y="798"/>
                  </a:lnTo>
                  <a:lnTo>
                    <a:pt x="682" y="795"/>
                  </a:lnTo>
                  <a:lnTo>
                    <a:pt x="688" y="791"/>
                  </a:lnTo>
                  <a:lnTo>
                    <a:pt x="694" y="789"/>
                  </a:lnTo>
                  <a:lnTo>
                    <a:pt x="699" y="785"/>
                  </a:lnTo>
                  <a:lnTo>
                    <a:pt x="701" y="783"/>
                  </a:lnTo>
                  <a:lnTo>
                    <a:pt x="701" y="779"/>
                  </a:lnTo>
                  <a:lnTo>
                    <a:pt x="701" y="778"/>
                  </a:lnTo>
                  <a:lnTo>
                    <a:pt x="701" y="770"/>
                  </a:lnTo>
                  <a:lnTo>
                    <a:pt x="701" y="766"/>
                  </a:lnTo>
                  <a:lnTo>
                    <a:pt x="701" y="758"/>
                  </a:lnTo>
                  <a:lnTo>
                    <a:pt x="701" y="751"/>
                  </a:lnTo>
                  <a:lnTo>
                    <a:pt x="701" y="741"/>
                  </a:lnTo>
                  <a:lnTo>
                    <a:pt x="701" y="734"/>
                  </a:lnTo>
                  <a:lnTo>
                    <a:pt x="699" y="728"/>
                  </a:lnTo>
                  <a:lnTo>
                    <a:pt x="699" y="724"/>
                  </a:lnTo>
                  <a:lnTo>
                    <a:pt x="699" y="719"/>
                  </a:lnTo>
                  <a:lnTo>
                    <a:pt x="699" y="713"/>
                  </a:lnTo>
                  <a:lnTo>
                    <a:pt x="699" y="707"/>
                  </a:lnTo>
                  <a:lnTo>
                    <a:pt x="699" y="703"/>
                  </a:lnTo>
                  <a:lnTo>
                    <a:pt x="699" y="698"/>
                  </a:lnTo>
                  <a:lnTo>
                    <a:pt x="699" y="692"/>
                  </a:lnTo>
                  <a:lnTo>
                    <a:pt x="697" y="684"/>
                  </a:lnTo>
                  <a:lnTo>
                    <a:pt x="697" y="681"/>
                  </a:lnTo>
                  <a:lnTo>
                    <a:pt x="697" y="673"/>
                  </a:lnTo>
                  <a:lnTo>
                    <a:pt x="697" y="669"/>
                  </a:lnTo>
                  <a:lnTo>
                    <a:pt x="697" y="663"/>
                  </a:lnTo>
                  <a:lnTo>
                    <a:pt x="697" y="656"/>
                  </a:lnTo>
                  <a:lnTo>
                    <a:pt x="697" y="650"/>
                  </a:lnTo>
                  <a:lnTo>
                    <a:pt x="697" y="646"/>
                  </a:lnTo>
                  <a:lnTo>
                    <a:pt x="696" y="639"/>
                  </a:lnTo>
                  <a:lnTo>
                    <a:pt x="696" y="633"/>
                  </a:lnTo>
                  <a:lnTo>
                    <a:pt x="696" y="627"/>
                  </a:lnTo>
                  <a:lnTo>
                    <a:pt x="696" y="622"/>
                  </a:lnTo>
                  <a:lnTo>
                    <a:pt x="694" y="616"/>
                  </a:lnTo>
                  <a:lnTo>
                    <a:pt x="694" y="610"/>
                  </a:lnTo>
                  <a:lnTo>
                    <a:pt x="694" y="604"/>
                  </a:lnTo>
                  <a:lnTo>
                    <a:pt x="694" y="599"/>
                  </a:lnTo>
                  <a:lnTo>
                    <a:pt x="694" y="593"/>
                  </a:lnTo>
                  <a:lnTo>
                    <a:pt x="694" y="589"/>
                  </a:lnTo>
                  <a:lnTo>
                    <a:pt x="694" y="584"/>
                  </a:lnTo>
                  <a:lnTo>
                    <a:pt x="694" y="578"/>
                  </a:lnTo>
                  <a:lnTo>
                    <a:pt x="694" y="574"/>
                  </a:lnTo>
                  <a:lnTo>
                    <a:pt x="694" y="568"/>
                  </a:lnTo>
                  <a:lnTo>
                    <a:pt x="694" y="565"/>
                  </a:lnTo>
                  <a:lnTo>
                    <a:pt x="694" y="561"/>
                  </a:lnTo>
                  <a:lnTo>
                    <a:pt x="692" y="551"/>
                  </a:lnTo>
                  <a:lnTo>
                    <a:pt x="692" y="546"/>
                  </a:lnTo>
                  <a:lnTo>
                    <a:pt x="692" y="538"/>
                  </a:lnTo>
                  <a:lnTo>
                    <a:pt x="692" y="534"/>
                  </a:lnTo>
                  <a:lnTo>
                    <a:pt x="692" y="527"/>
                  </a:lnTo>
                  <a:lnTo>
                    <a:pt x="692" y="525"/>
                  </a:lnTo>
                  <a:lnTo>
                    <a:pt x="737" y="0"/>
                  </a:lnTo>
                  <a:lnTo>
                    <a:pt x="711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auto">
            <a:xfrm>
              <a:off x="943" y="2230"/>
              <a:ext cx="559" cy="441"/>
            </a:xfrm>
            <a:custGeom>
              <a:avLst/>
              <a:gdLst>
                <a:gd name="T0" fmla="*/ 0 w 1118"/>
                <a:gd name="T1" fmla="*/ 1 h 880"/>
                <a:gd name="T2" fmla="*/ 0 w 1118"/>
                <a:gd name="T3" fmla="*/ 1 h 880"/>
                <a:gd name="T4" fmla="*/ 1 w 1118"/>
                <a:gd name="T5" fmla="*/ 1 h 880"/>
                <a:gd name="T6" fmla="*/ 1 w 1118"/>
                <a:gd name="T7" fmla="*/ 1 h 880"/>
                <a:gd name="T8" fmla="*/ 1 w 1118"/>
                <a:gd name="T9" fmla="*/ 1 h 880"/>
                <a:gd name="T10" fmla="*/ 1 w 1118"/>
                <a:gd name="T11" fmla="*/ 1 h 880"/>
                <a:gd name="T12" fmla="*/ 1 w 1118"/>
                <a:gd name="T13" fmla="*/ 1 h 880"/>
                <a:gd name="T14" fmla="*/ 1 w 1118"/>
                <a:gd name="T15" fmla="*/ 1 h 880"/>
                <a:gd name="T16" fmla="*/ 1 w 1118"/>
                <a:gd name="T17" fmla="*/ 1 h 880"/>
                <a:gd name="T18" fmla="*/ 1 w 1118"/>
                <a:gd name="T19" fmla="*/ 1 h 880"/>
                <a:gd name="T20" fmla="*/ 1 w 1118"/>
                <a:gd name="T21" fmla="*/ 1 h 880"/>
                <a:gd name="T22" fmla="*/ 1 w 1118"/>
                <a:gd name="T23" fmla="*/ 1 h 880"/>
                <a:gd name="T24" fmla="*/ 1 w 1118"/>
                <a:gd name="T25" fmla="*/ 1 h 880"/>
                <a:gd name="T26" fmla="*/ 1 w 1118"/>
                <a:gd name="T27" fmla="*/ 1 h 880"/>
                <a:gd name="T28" fmla="*/ 1 w 1118"/>
                <a:gd name="T29" fmla="*/ 1 h 880"/>
                <a:gd name="T30" fmla="*/ 1 w 1118"/>
                <a:gd name="T31" fmla="*/ 1 h 880"/>
                <a:gd name="T32" fmla="*/ 1 w 1118"/>
                <a:gd name="T33" fmla="*/ 1 h 880"/>
                <a:gd name="T34" fmla="*/ 1 w 1118"/>
                <a:gd name="T35" fmla="*/ 1 h 880"/>
                <a:gd name="T36" fmla="*/ 1 w 1118"/>
                <a:gd name="T37" fmla="*/ 1 h 880"/>
                <a:gd name="T38" fmla="*/ 1 w 1118"/>
                <a:gd name="T39" fmla="*/ 1 h 880"/>
                <a:gd name="T40" fmla="*/ 1 w 1118"/>
                <a:gd name="T41" fmla="*/ 1 h 880"/>
                <a:gd name="T42" fmla="*/ 1 w 1118"/>
                <a:gd name="T43" fmla="*/ 1 h 880"/>
                <a:gd name="T44" fmla="*/ 1 w 1118"/>
                <a:gd name="T45" fmla="*/ 1 h 880"/>
                <a:gd name="T46" fmla="*/ 1 w 1118"/>
                <a:gd name="T47" fmla="*/ 1 h 880"/>
                <a:gd name="T48" fmla="*/ 1 w 1118"/>
                <a:gd name="T49" fmla="*/ 1 h 880"/>
                <a:gd name="T50" fmla="*/ 1 w 1118"/>
                <a:gd name="T51" fmla="*/ 1 h 880"/>
                <a:gd name="T52" fmla="*/ 1 w 1118"/>
                <a:gd name="T53" fmla="*/ 1 h 880"/>
                <a:gd name="T54" fmla="*/ 1 w 1118"/>
                <a:gd name="T55" fmla="*/ 1 h 880"/>
                <a:gd name="T56" fmla="*/ 1 w 1118"/>
                <a:gd name="T57" fmla="*/ 1 h 880"/>
                <a:gd name="T58" fmla="*/ 1 w 1118"/>
                <a:gd name="T59" fmla="*/ 1 h 880"/>
                <a:gd name="T60" fmla="*/ 1 w 1118"/>
                <a:gd name="T61" fmla="*/ 1 h 880"/>
                <a:gd name="T62" fmla="*/ 1 w 1118"/>
                <a:gd name="T63" fmla="*/ 1 h 880"/>
                <a:gd name="T64" fmla="*/ 1 w 1118"/>
                <a:gd name="T65" fmla="*/ 1 h 880"/>
                <a:gd name="T66" fmla="*/ 1 w 1118"/>
                <a:gd name="T67" fmla="*/ 1 h 880"/>
                <a:gd name="T68" fmla="*/ 1 w 1118"/>
                <a:gd name="T69" fmla="*/ 1 h 880"/>
                <a:gd name="T70" fmla="*/ 1 w 1118"/>
                <a:gd name="T71" fmla="*/ 1 h 880"/>
                <a:gd name="T72" fmla="*/ 1 w 1118"/>
                <a:gd name="T73" fmla="*/ 1 h 880"/>
                <a:gd name="T74" fmla="*/ 1 w 1118"/>
                <a:gd name="T75" fmla="*/ 1 h 880"/>
                <a:gd name="T76" fmla="*/ 1 w 1118"/>
                <a:gd name="T77" fmla="*/ 1 h 880"/>
                <a:gd name="T78" fmla="*/ 1 w 1118"/>
                <a:gd name="T79" fmla="*/ 1 h 880"/>
                <a:gd name="T80" fmla="*/ 1 w 1118"/>
                <a:gd name="T81" fmla="*/ 1 h 880"/>
                <a:gd name="T82" fmla="*/ 1 w 1118"/>
                <a:gd name="T83" fmla="*/ 1 h 880"/>
                <a:gd name="T84" fmla="*/ 1 w 1118"/>
                <a:gd name="T85" fmla="*/ 1 h 880"/>
                <a:gd name="T86" fmla="*/ 1 w 1118"/>
                <a:gd name="T87" fmla="*/ 1 h 880"/>
                <a:gd name="T88" fmla="*/ 1 w 1118"/>
                <a:gd name="T89" fmla="*/ 1 h 880"/>
                <a:gd name="T90" fmla="*/ 1 w 1118"/>
                <a:gd name="T91" fmla="*/ 1 h 880"/>
                <a:gd name="T92" fmla="*/ 1 w 1118"/>
                <a:gd name="T93" fmla="*/ 1 h 880"/>
                <a:gd name="T94" fmla="*/ 1 w 1118"/>
                <a:gd name="T95" fmla="*/ 1 h 880"/>
                <a:gd name="T96" fmla="*/ 1 w 1118"/>
                <a:gd name="T97" fmla="*/ 1 h 880"/>
                <a:gd name="T98" fmla="*/ 1 w 1118"/>
                <a:gd name="T99" fmla="*/ 1 h 880"/>
                <a:gd name="T100" fmla="*/ 1 w 1118"/>
                <a:gd name="T101" fmla="*/ 1 h 880"/>
                <a:gd name="T102" fmla="*/ 1 w 1118"/>
                <a:gd name="T103" fmla="*/ 1 h 880"/>
                <a:gd name="T104" fmla="*/ 1 w 1118"/>
                <a:gd name="T105" fmla="*/ 1 h 880"/>
                <a:gd name="T106" fmla="*/ 1 w 1118"/>
                <a:gd name="T107" fmla="*/ 1 h 880"/>
                <a:gd name="T108" fmla="*/ 1 w 1118"/>
                <a:gd name="T109" fmla="*/ 1 h 880"/>
                <a:gd name="T110" fmla="*/ 1 w 1118"/>
                <a:gd name="T111" fmla="*/ 1 h 880"/>
                <a:gd name="T112" fmla="*/ 1 w 1118"/>
                <a:gd name="T113" fmla="*/ 1 h 880"/>
                <a:gd name="T114" fmla="*/ 1 w 1118"/>
                <a:gd name="T115" fmla="*/ 1 h 880"/>
                <a:gd name="T116" fmla="*/ 1 w 1118"/>
                <a:gd name="T117" fmla="*/ 1 h 880"/>
                <a:gd name="T118" fmla="*/ 1 w 1118"/>
                <a:gd name="T119" fmla="*/ 1 h 880"/>
                <a:gd name="T120" fmla="*/ 1 w 1118"/>
                <a:gd name="T121" fmla="*/ 1 h 880"/>
                <a:gd name="T122" fmla="*/ 1 w 1118"/>
                <a:gd name="T123" fmla="*/ 1 h 88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118"/>
                <a:gd name="T187" fmla="*/ 0 h 880"/>
                <a:gd name="T188" fmla="*/ 1118 w 1118"/>
                <a:gd name="T189" fmla="*/ 880 h 88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118" h="880">
                  <a:moveTo>
                    <a:pt x="0" y="0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8"/>
                  </a:lnTo>
                  <a:lnTo>
                    <a:pt x="0" y="34"/>
                  </a:lnTo>
                  <a:lnTo>
                    <a:pt x="2" y="44"/>
                  </a:lnTo>
                  <a:lnTo>
                    <a:pt x="2" y="49"/>
                  </a:lnTo>
                  <a:lnTo>
                    <a:pt x="4" y="61"/>
                  </a:lnTo>
                  <a:lnTo>
                    <a:pt x="4" y="70"/>
                  </a:lnTo>
                  <a:lnTo>
                    <a:pt x="4" y="80"/>
                  </a:lnTo>
                  <a:lnTo>
                    <a:pt x="6" y="91"/>
                  </a:lnTo>
                  <a:lnTo>
                    <a:pt x="6" y="102"/>
                  </a:lnTo>
                  <a:lnTo>
                    <a:pt x="6" y="114"/>
                  </a:lnTo>
                  <a:lnTo>
                    <a:pt x="8" y="127"/>
                  </a:lnTo>
                  <a:lnTo>
                    <a:pt x="8" y="139"/>
                  </a:lnTo>
                  <a:lnTo>
                    <a:pt x="9" y="152"/>
                  </a:lnTo>
                  <a:lnTo>
                    <a:pt x="11" y="165"/>
                  </a:lnTo>
                  <a:lnTo>
                    <a:pt x="13" y="180"/>
                  </a:lnTo>
                  <a:lnTo>
                    <a:pt x="13" y="194"/>
                  </a:lnTo>
                  <a:lnTo>
                    <a:pt x="15" y="209"/>
                  </a:lnTo>
                  <a:lnTo>
                    <a:pt x="15" y="224"/>
                  </a:lnTo>
                  <a:lnTo>
                    <a:pt x="17" y="239"/>
                  </a:lnTo>
                  <a:lnTo>
                    <a:pt x="19" y="255"/>
                  </a:lnTo>
                  <a:lnTo>
                    <a:pt x="21" y="270"/>
                  </a:lnTo>
                  <a:lnTo>
                    <a:pt x="21" y="285"/>
                  </a:lnTo>
                  <a:lnTo>
                    <a:pt x="23" y="302"/>
                  </a:lnTo>
                  <a:lnTo>
                    <a:pt x="23" y="317"/>
                  </a:lnTo>
                  <a:lnTo>
                    <a:pt x="25" y="333"/>
                  </a:lnTo>
                  <a:lnTo>
                    <a:pt x="25" y="348"/>
                  </a:lnTo>
                  <a:lnTo>
                    <a:pt x="27" y="365"/>
                  </a:lnTo>
                  <a:lnTo>
                    <a:pt x="28" y="380"/>
                  </a:lnTo>
                  <a:lnTo>
                    <a:pt x="28" y="395"/>
                  </a:lnTo>
                  <a:lnTo>
                    <a:pt x="28" y="411"/>
                  </a:lnTo>
                  <a:lnTo>
                    <a:pt x="30" y="426"/>
                  </a:lnTo>
                  <a:lnTo>
                    <a:pt x="32" y="441"/>
                  </a:lnTo>
                  <a:lnTo>
                    <a:pt x="34" y="456"/>
                  </a:lnTo>
                  <a:lnTo>
                    <a:pt x="34" y="471"/>
                  </a:lnTo>
                  <a:lnTo>
                    <a:pt x="34" y="485"/>
                  </a:lnTo>
                  <a:lnTo>
                    <a:pt x="36" y="500"/>
                  </a:lnTo>
                  <a:lnTo>
                    <a:pt x="38" y="513"/>
                  </a:lnTo>
                  <a:lnTo>
                    <a:pt x="38" y="526"/>
                  </a:lnTo>
                  <a:lnTo>
                    <a:pt x="40" y="540"/>
                  </a:lnTo>
                  <a:lnTo>
                    <a:pt x="40" y="553"/>
                  </a:lnTo>
                  <a:lnTo>
                    <a:pt x="42" y="566"/>
                  </a:lnTo>
                  <a:lnTo>
                    <a:pt x="42" y="576"/>
                  </a:lnTo>
                  <a:lnTo>
                    <a:pt x="42" y="589"/>
                  </a:lnTo>
                  <a:lnTo>
                    <a:pt x="42" y="599"/>
                  </a:lnTo>
                  <a:lnTo>
                    <a:pt x="44" y="610"/>
                  </a:lnTo>
                  <a:lnTo>
                    <a:pt x="44" y="618"/>
                  </a:lnTo>
                  <a:lnTo>
                    <a:pt x="44" y="627"/>
                  </a:lnTo>
                  <a:lnTo>
                    <a:pt x="46" y="637"/>
                  </a:lnTo>
                  <a:lnTo>
                    <a:pt x="46" y="644"/>
                  </a:lnTo>
                  <a:lnTo>
                    <a:pt x="46" y="652"/>
                  </a:lnTo>
                  <a:lnTo>
                    <a:pt x="46" y="658"/>
                  </a:lnTo>
                  <a:lnTo>
                    <a:pt x="46" y="661"/>
                  </a:lnTo>
                  <a:lnTo>
                    <a:pt x="47" y="667"/>
                  </a:lnTo>
                  <a:lnTo>
                    <a:pt x="47" y="673"/>
                  </a:lnTo>
                  <a:lnTo>
                    <a:pt x="47" y="675"/>
                  </a:lnTo>
                  <a:lnTo>
                    <a:pt x="47" y="677"/>
                  </a:lnTo>
                  <a:lnTo>
                    <a:pt x="47" y="680"/>
                  </a:lnTo>
                  <a:lnTo>
                    <a:pt x="46" y="682"/>
                  </a:lnTo>
                  <a:lnTo>
                    <a:pt x="44" y="690"/>
                  </a:lnTo>
                  <a:lnTo>
                    <a:pt x="42" y="692"/>
                  </a:lnTo>
                  <a:lnTo>
                    <a:pt x="42" y="696"/>
                  </a:lnTo>
                  <a:lnTo>
                    <a:pt x="40" y="701"/>
                  </a:lnTo>
                  <a:lnTo>
                    <a:pt x="40" y="707"/>
                  </a:lnTo>
                  <a:lnTo>
                    <a:pt x="38" y="711"/>
                  </a:lnTo>
                  <a:lnTo>
                    <a:pt x="38" y="717"/>
                  </a:lnTo>
                  <a:lnTo>
                    <a:pt x="36" y="722"/>
                  </a:lnTo>
                  <a:lnTo>
                    <a:pt x="36" y="728"/>
                  </a:lnTo>
                  <a:lnTo>
                    <a:pt x="34" y="734"/>
                  </a:lnTo>
                  <a:lnTo>
                    <a:pt x="34" y="739"/>
                  </a:lnTo>
                  <a:lnTo>
                    <a:pt x="34" y="745"/>
                  </a:lnTo>
                  <a:lnTo>
                    <a:pt x="34" y="753"/>
                  </a:lnTo>
                  <a:lnTo>
                    <a:pt x="32" y="757"/>
                  </a:lnTo>
                  <a:lnTo>
                    <a:pt x="30" y="762"/>
                  </a:lnTo>
                  <a:lnTo>
                    <a:pt x="30" y="768"/>
                  </a:lnTo>
                  <a:lnTo>
                    <a:pt x="28" y="774"/>
                  </a:lnTo>
                  <a:lnTo>
                    <a:pt x="28" y="779"/>
                  </a:lnTo>
                  <a:lnTo>
                    <a:pt x="28" y="783"/>
                  </a:lnTo>
                  <a:lnTo>
                    <a:pt x="28" y="789"/>
                  </a:lnTo>
                  <a:lnTo>
                    <a:pt x="28" y="795"/>
                  </a:lnTo>
                  <a:lnTo>
                    <a:pt x="28" y="802"/>
                  </a:lnTo>
                  <a:lnTo>
                    <a:pt x="28" y="810"/>
                  </a:lnTo>
                  <a:lnTo>
                    <a:pt x="28" y="815"/>
                  </a:lnTo>
                  <a:lnTo>
                    <a:pt x="32" y="819"/>
                  </a:lnTo>
                  <a:lnTo>
                    <a:pt x="34" y="819"/>
                  </a:lnTo>
                  <a:lnTo>
                    <a:pt x="38" y="819"/>
                  </a:lnTo>
                  <a:lnTo>
                    <a:pt x="44" y="821"/>
                  </a:lnTo>
                  <a:lnTo>
                    <a:pt x="51" y="821"/>
                  </a:lnTo>
                  <a:lnTo>
                    <a:pt x="59" y="821"/>
                  </a:lnTo>
                  <a:lnTo>
                    <a:pt x="68" y="823"/>
                  </a:lnTo>
                  <a:lnTo>
                    <a:pt x="80" y="825"/>
                  </a:lnTo>
                  <a:lnTo>
                    <a:pt x="91" y="825"/>
                  </a:lnTo>
                  <a:lnTo>
                    <a:pt x="104" y="827"/>
                  </a:lnTo>
                  <a:lnTo>
                    <a:pt x="118" y="827"/>
                  </a:lnTo>
                  <a:lnTo>
                    <a:pt x="133" y="827"/>
                  </a:lnTo>
                  <a:lnTo>
                    <a:pt x="148" y="829"/>
                  </a:lnTo>
                  <a:lnTo>
                    <a:pt x="165" y="831"/>
                  </a:lnTo>
                  <a:lnTo>
                    <a:pt x="184" y="831"/>
                  </a:lnTo>
                  <a:lnTo>
                    <a:pt x="203" y="833"/>
                  </a:lnTo>
                  <a:lnTo>
                    <a:pt x="222" y="833"/>
                  </a:lnTo>
                  <a:lnTo>
                    <a:pt x="241" y="835"/>
                  </a:lnTo>
                  <a:lnTo>
                    <a:pt x="262" y="835"/>
                  </a:lnTo>
                  <a:lnTo>
                    <a:pt x="283" y="836"/>
                  </a:lnTo>
                  <a:lnTo>
                    <a:pt x="306" y="838"/>
                  </a:lnTo>
                  <a:lnTo>
                    <a:pt x="329" y="840"/>
                  </a:lnTo>
                  <a:lnTo>
                    <a:pt x="352" y="840"/>
                  </a:lnTo>
                  <a:lnTo>
                    <a:pt x="376" y="842"/>
                  </a:lnTo>
                  <a:lnTo>
                    <a:pt x="399" y="842"/>
                  </a:lnTo>
                  <a:lnTo>
                    <a:pt x="424" y="844"/>
                  </a:lnTo>
                  <a:lnTo>
                    <a:pt x="447" y="846"/>
                  </a:lnTo>
                  <a:lnTo>
                    <a:pt x="473" y="848"/>
                  </a:lnTo>
                  <a:lnTo>
                    <a:pt x="498" y="848"/>
                  </a:lnTo>
                  <a:lnTo>
                    <a:pt x="523" y="850"/>
                  </a:lnTo>
                  <a:lnTo>
                    <a:pt x="547" y="852"/>
                  </a:lnTo>
                  <a:lnTo>
                    <a:pt x="574" y="854"/>
                  </a:lnTo>
                  <a:lnTo>
                    <a:pt x="597" y="854"/>
                  </a:lnTo>
                  <a:lnTo>
                    <a:pt x="623" y="855"/>
                  </a:lnTo>
                  <a:lnTo>
                    <a:pt x="646" y="855"/>
                  </a:lnTo>
                  <a:lnTo>
                    <a:pt x="673" y="857"/>
                  </a:lnTo>
                  <a:lnTo>
                    <a:pt x="696" y="859"/>
                  </a:lnTo>
                  <a:lnTo>
                    <a:pt x="720" y="861"/>
                  </a:lnTo>
                  <a:lnTo>
                    <a:pt x="745" y="861"/>
                  </a:lnTo>
                  <a:lnTo>
                    <a:pt x="768" y="863"/>
                  </a:lnTo>
                  <a:lnTo>
                    <a:pt x="791" y="863"/>
                  </a:lnTo>
                  <a:lnTo>
                    <a:pt x="814" y="865"/>
                  </a:lnTo>
                  <a:lnTo>
                    <a:pt x="836" y="865"/>
                  </a:lnTo>
                  <a:lnTo>
                    <a:pt x="859" y="867"/>
                  </a:lnTo>
                  <a:lnTo>
                    <a:pt x="880" y="869"/>
                  </a:lnTo>
                  <a:lnTo>
                    <a:pt x="901" y="869"/>
                  </a:lnTo>
                  <a:lnTo>
                    <a:pt x="920" y="871"/>
                  </a:lnTo>
                  <a:lnTo>
                    <a:pt x="941" y="873"/>
                  </a:lnTo>
                  <a:lnTo>
                    <a:pt x="958" y="873"/>
                  </a:lnTo>
                  <a:lnTo>
                    <a:pt x="975" y="873"/>
                  </a:lnTo>
                  <a:lnTo>
                    <a:pt x="992" y="874"/>
                  </a:lnTo>
                  <a:lnTo>
                    <a:pt x="1009" y="874"/>
                  </a:lnTo>
                  <a:lnTo>
                    <a:pt x="1023" y="876"/>
                  </a:lnTo>
                  <a:lnTo>
                    <a:pt x="1036" y="876"/>
                  </a:lnTo>
                  <a:lnTo>
                    <a:pt x="1049" y="876"/>
                  </a:lnTo>
                  <a:lnTo>
                    <a:pt x="1061" y="878"/>
                  </a:lnTo>
                  <a:lnTo>
                    <a:pt x="1070" y="878"/>
                  </a:lnTo>
                  <a:lnTo>
                    <a:pt x="1080" y="878"/>
                  </a:lnTo>
                  <a:lnTo>
                    <a:pt x="1087" y="878"/>
                  </a:lnTo>
                  <a:lnTo>
                    <a:pt x="1095" y="880"/>
                  </a:lnTo>
                  <a:lnTo>
                    <a:pt x="1101" y="880"/>
                  </a:lnTo>
                  <a:lnTo>
                    <a:pt x="1104" y="880"/>
                  </a:lnTo>
                  <a:lnTo>
                    <a:pt x="1106" y="880"/>
                  </a:lnTo>
                  <a:lnTo>
                    <a:pt x="1108" y="880"/>
                  </a:lnTo>
                  <a:lnTo>
                    <a:pt x="1118" y="857"/>
                  </a:lnTo>
                  <a:lnTo>
                    <a:pt x="1116" y="855"/>
                  </a:lnTo>
                  <a:lnTo>
                    <a:pt x="1114" y="855"/>
                  </a:lnTo>
                  <a:lnTo>
                    <a:pt x="1110" y="855"/>
                  </a:lnTo>
                  <a:lnTo>
                    <a:pt x="1106" y="855"/>
                  </a:lnTo>
                  <a:lnTo>
                    <a:pt x="1099" y="855"/>
                  </a:lnTo>
                  <a:lnTo>
                    <a:pt x="1091" y="855"/>
                  </a:lnTo>
                  <a:lnTo>
                    <a:pt x="1082" y="854"/>
                  </a:lnTo>
                  <a:lnTo>
                    <a:pt x="1072" y="854"/>
                  </a:lnTo>
                  <a:lnTo>
                    <a:pt x="1059" y="854"/>
                  </a:lnTo>
                  <a:lnTo>
                    <a:pt x="1047" y="854"/>
                  </a:lnTo>
                  <a:lnTo>
                    <a:pt x="1034" y="852"/>
                  </a:lnTo>
                  <a:lnTo>
                    <a:pt x="1019" y="852"/>
                  </a:lnTo>
                  <a:lnTo>
                    <a:pt x="1002" y="850"/>
                  </a:lnTo>
                  <a:lnTo>
                    <a:pt x="987" y="850"/>
                  </a:lnTo>
                  <a:lnTo>
                    <a:pt x="969" y="848"/>
                  </a:lnTo>
                  <a:lnTo>
                    <a:pt x="952" y="848"/>
                  </a:lnTo>
                  <a:lnTo>
                    <a:pt x="931" y="848"/>
                  </a:lnTo>
                  <a:lnTo>
                    <a:pt x="912" y="846"/>
                  </a:lnTo>
                  <a:lnTo>
                    <a:pt x="892" y="846"/>
                  </a:lnTo>
                  <a:lnTo>
                    <a:pt x="871" y="844"/>
                  </a:lnTo>
                  <a:lnTo>
                    <a:pt x="848" y="842"/>
                  </a:lnTo>
                  <a:lnTo>
                    <a:pt x="825" y="842"/>
                  </a:lnTo>
                  <a:lnTo>
                    <a:pt x="802" y="840"/>
                  </a:lnTo>
                  <a:lnTo>
                    <a:pt x="781" y="840"/>
                  </a:lnTo>
                  <a:lnTo>
                    <a:pt x="757" y="838"/>
                  </a:lnTo>
                  <a:lnTo>
                    <a:pt x="732" y="838"/>
                  </a:lnTo>
                  <a:lnTo>
                    <a:pt x="709" y="836"/>
                  </a:lnTo>
                  <a:lnTo>
                    <a:pt x="684" y="835"/>
                  </a:lnTo>
                  <a:lnTo>
                    <a:pt x="660" y="833"/>
                  </a:lnTo>
                  <a:lnTo>
                    <a:pt x="635" y="833"/>
                  </a:lnTo>
                  <a:lnTo>
                    <a:pt x="610" y="833"/>
                  </a:lnTo>
                  <a:lnTo>
                    <a:pt x="585" y="831"/>
                  </a:lnTo>
                  <a:lnTo>
                    <a:pt x="561" y="829"/>
                  </a:lnTo>
                  <a:lnTo>
                    <a:pt x="534" y="827"/>
                  </a:lnTo>
                  <a:lnTo>
                    <a:pt x="509" y="827"/>
                  </a:lnTo>
                  <a:lnTo>
                    <a:pt x="485" y="825"/>
                  </a:lnTo>
                  <a:lnTo>
                    <a:pt x="460" y="823"/>
                  </a:lnTo>
                  <a:lnTo>
                    <a:pt x="435" y="823"/>
                  </a:lnTo>
                  <a:lnTo>
                    <a:pt x="411" y="821"/>
                  </a:lnTo>
                  <a:lnTo>
                    <a:pt x="390" y="819"/>
                  </a:lnTo>
                  <a:lnTo>
                    <a:pt x="365" y="819"/>
                  </a:lnTo>
                  <a:lnTo>
                    <a:pt x="342" y="817"/>
                  </a:lnTo>
                  <a:lnTo>
                    <a:pt x="319" y="815"/>
                  </a:lnTo>
                  <a:lnTo>
                    <a:pt x="298" y="815"/>
                  </a:lnTo>
                  <a:lnTo>
                    <a:pt x="276" y="814"/>
                  </a:lnTo>
                  <a:lnTo>
                    <a:pt x="255" y="812"/>
                  </a:lnTo>
                  <a:lnTo>
                    <a:pt x="236" y="812"/>
                  </a:lnTo>
                  <a:lnTo>
                    <a:pt x="219" y="810"/>
                  </a:lnTo>
                  <a:lnTo>
                    <a:pt x="198" y="808"/>
                  </a:lnTo>
                  <a:lnTo>
                    <a:pt x="181" y="808"/>
                  </a:lnTo>
                  <a:lnTo>
                    <a:pt x="163" y="806"/>
                  </a:lnTo>
                  <a:lnTo>
                    <a:pt x="148" y="804"/>
                  </a:lnTo>
                  <a:lnTo>
                    <a:pt x="133" y="804"/>
                  </a:lnTo>
                  <a:lnTo>
                    <a:pt x="120" y="802"/>
                  </a:lnTo>
                  <a:lnTo>
                    <a:pt x="106" y="800"/>
                  </a:lnTo>
                  <a:lnTo>
                    <a:pt x="95" y="800"/>
                  </a:lnTo>
                  <a:lnTo>
                    <a:pt x="84" y="798"/>
                  </a:lnTo>
                  <a:lnTo>
                    <a:pt x="76" y="798"/>
                  </a:lnTo>
                  <a:lnTo>
                    <a:pt x="66" y="796"/>
                  </a:lnTo>
                  <a:lnTo>
                    <a:pt x="61" y="796"/>
                  </a:lnTo>
                  <a:lnTo>
                    <a:pt x="55" y="795"/>
                  </a:lnTo>
                  <a:lnTo>
                    <a:pt x="51" y="795"/>
                  </a:lnTo>
                  <a:lnTo>
                    <a:pt x="49" y="793"/>
                  </a:lnTo>
                  <a:lnTo>
                    <a:pt x="49" y="789"/>
                  </a:lnTo>
                  <a:lnTo>
                    <a:pt x="49" y="783"/>
                  </a:lnTo>
                  <a:lnTo>
                    <a:pt x="49" y="776"/>
                  </a:lnTo>
                  <a:lnTo>
                    <a:pt x="49" y="768"/>
                  </a:lnTo>
                  <a:lnTo>
                    <a:pt x="49" y="760"/>
                  </a:lnTo>
                  <a:lnTo>
                    <a:pt x="51" y="753"/>
                  </a:lnTo>
                  <a:lnTo>
                    <a:pt x="53" y="743"/>
                  </a:lnTo>
                  <a:lnTo>
                    <a:pt x="55" y="736"/>
                  </a:lnTo>
                  <a:lnTo>
                    <a:pt x="55" y="728"/>
                  </a:lnTo>
                  <a:lnTo>
                    <a:pt x="57" y="720"/>
                  </a:lnTo>
                  <a:lnTo>
                    <a:pt x="57" y="713"/>
                  </a:lnTo>
                  <a:lnTo>
                    <a:pt x="59" y="707"/>
                  </a:lnTo>
                  <a:lnTo>
                    <a:pt x="59" y="701"/>
                  </a:lnTo>
                  <a:lnTo>
                    <a:pt x="61" y="698"/>
                  </a:lnTo>
                  <a:lnTo>
                    <a:pt x="61" y="696"/>
                  </a:lnTo>
                  <a:lnTo>
                    <a:pt x="63" y="696"/>
                  </a:lnTo>
                  <a:lnTo>
                    <a:pt x="66" y="696"/>
                  </a:lnTo>
                  <a:lnTo>
                    <a:pt x="70" y="696"/>
                  </a:lnTo>
                  <a:lnTo>
                    <a:pt x="76" y="696"/>
                  </a:lnTo>
                  <a:lnTo>
                    <a:pt x="82" y="694"/>
                  </a:lnTo>
                  <a:lnTo>
                    <a:pt x="85" y="694"/>
                  </a:lnTo>
                  <a:lnTo>
                    <a:pt x="87" y="690"/>
                  </a:lnTo>
                  <a:lnTo>
                    <a:pt x="85" y="688"/>
                  </a:lnTo>
                  <a:lnTo>
                    <a:pt x="84" y="682"/>
                  </a:lnTo>
                  <a:lnTo>
                    <a:pt x="78" y="675"/>
                  </a:lnTo>
                  <a:lnTo>
                    <a:pt x="74" y="667"/>
                  </a:lnTo>
                  <a:lnTo>
                    <a:pt x="70" y="660"/>
                  </a:lnTo>
                  <a:lnTo>
                    <a:pt x="66" y="650"/>
                  </a:lnTo>
                  <a:lnTo>
                    <a:pt x="65" y="644"/>
                  </a:lnTo>
                  <a:lnTo>
                    <a:pt x="63" y="639"/>
                  </a:lnTo>
                  <a:lnTo>
                    <a:pt x="25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27"/>
            <p:cNvSpPr>
              <a:spLocks/>
            </p:cNvSpPr>
            <p:nvPr/>
          </p:nvSpPr>
          <p:spPr bwMode="auto">
            <a:xfrm>
              <a:off x="988" y="2577"/>
              <a:ext cx="11" cy="24"/>
            </a:xfrm>
            <a:custGeom>
              <a:avLst/>
              <a:gdLst>
                <a:gd name="T0" fmla="*/ 0 w 23"/>
                <a:gd name="T1" fmla="*/ 0 h 47"/>
                <a:gd name="T2" fmla="*/ 0 w 23"/>
                <a:gd name="T3" fmla="*/ 1 h 47"/>
                <a:gd name="T4" fmla="*/ 0 w 23"/>
                <a:gd name="T5" fmla="*/ 1 h 47"/>
                <a:gd name="T6" fmla="*/ 0 w 23"/>
                <a:gd name="T7" fmla="*/ 1 h 47"/>
                <a:gd name="T8" fmla="*/ 0 w 23"/>
                <a:gd name="T9" fmla="*/ 1 h 47"/>
                <a:gd name="T10" fmla="*/ 0 w 23"/>
                <a:gd name="T11" fmla="*/ 1 h 47"/>
                <a:gd name="T12" fmla="*/ 0 w 23"/>
                <a:gd name="T13" fmla="*/ 1 h 47"/>
                <a:gd name="T14" fmla="*/ 0 w 23"/>
                <a:gd name="T15" fmla="*/ 1 h 47"/>
                <a:gd name="T16" fmla="*/ 0 w 23"/>
                <a:gd name="T17" fmla="*/ 1 h 47"/>
                <a:gd name="T18" fmla="*/ 0 w 23"/>
                <a:gd name="T19" fmla="*/ 1 h 47"/>
                <a:gd name="T20" fmla="*/ 0 w 23"/>
                <a:gd name="T21" fmla="*/ 1 h 47"/>
                <a:gd name="T22" fmla="*/ 0 w 23"/>
                <a:gd name="T23" fmla="*/ 1 h 47"/>
                <a:gd name="T24" fmla="*/ 0 w 23"/>
                <a:gd name="T25" fmla="*/ 1 h 47"/>
                <a:gd name="T26" fmla="*/ 0 w 23"/>
                <a:gd name="T27" fmla="*/ 1 h 47"/>
                <a:gd name="T28" fmla="*/ 0 w 23"/>
                <a:gd name="T29" fmla="*/ 1 h 47"/>
                <a:gd name="T30" fmla="*/ 0 w 23"/>
                <a:gd name="T31" fmla="*/ 1 h 47"/>
                <a:gd name="T32" fmla="*/ 0 w 23"/>
                <a:gd name="T33" fmla="*/ 0 h 47"/>
                <a:gd name="T34" fmla="*/ 0 w 23"/>
                <a:gd name="T35" fmla="*/ 0 h 4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3"/>
                <a:gd name="T55" fmla="*/ 0 h 47"/>
                <a:gd name="T56" fmla="*/ 23 w 23"/>
                <a:gd name="T57" fmla="*/ 47 h 4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3" h="47">
                  <a:moveTo>
                    <a:pt x="6" y="0"/>
                  </a:moveTo>
                  <a:lnTo>
                    <a:pt x="0" y="17"/>
                  </a:lnTo>
                  <a:lnTo>
                    <a:pt x="0" y="19"/>
                  </a:lnTo>
                  <a:lnTo>
                    <a:pt x="2" y="23"/>
                  </a:lnTo>
                  <a:lnTo>
                    <a:pt x="8" y="30"/>
                  </a:lnTo>
                  <a:lnTo>
                    <a:pt x="12" y="38"/>
                  </a:lnTo>
                  <a:lnTo>
                    <a:pt x="15" y="44"/>
                  </a:lnTo>
                  <a:lnTo>
                    <a:pt x="19" y="47"/>
                  </a:lnTo>
                  <a:lnTo>
                    <a:pt x="23" y="47"/>
                  </a:lnTo>
                  <a:lnTo>
                    <a:pt x="23" y="45"/>
                  </a:lnTo>
                  <a:lnTo>
                    <a:pt x="21" y="36"/>
                  </a:lnTo>
                  <a:lnTo>
                    <a:pt x="19" y="28"/>
                  </a:lnTo>
                  <a:lnTo>
                    <a:pt x="15" y="21"/>
                  </a:lnTo>
                  <a:lnTo>
                    <a:pt x="14" y="15"/>
                  </a:lnTo>
                  <a:lnTo>
                    <a:pt x="10" y="7"/>
                  </a:lnTo>
                  <a:lnTo>
                    <a:pt x="8" y="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Freeform 28"/>
            <p:cNvSpPr>
              <a:spLocks/>
            </p:cNvSpPr>
            <p:nvPr/>
          </p:nvSpPr>
          <p:spPr bwMode="auto">
            <a:xfrm>
              <a:off x="1845" y="1982"/>
              <a:ext cx="147" cy="75"/>
            </a:xfrm>
            <a:custGeom>
              <a:avLst/>
              <a:gdLst>
                <a:gd name="T0" fmla="*/ 0 w 295"/>
                <a:gd name="T1" fmla="*/ 1 h 150"/>
                <a:gd name="T2" fmla="*/ 0 w 295"/>
                <a:gd name="T3" fmla="*/ 1 h 150"/>
                <a:gd name="T4" fmla="*/ 0 w 295"/>
                <a:gd name="T5" fmla="*/ 1 h 150"/>
                <a:gd name="T6" fmla="*/ 0 w 295"/>
                <a:gd name="T7" fmla="*/ 1 h 150"/>
                <a:gd name="T8" fmla="*/ 0 w 295"/>
                <a:gd name="T9" fmla="*/ 1 h 150"/>
                <a:gd name="T10" fmla="*/ 0 w 295"/>
                <a:gd name="T11" fmla="*/ 1 h 150"/>
                <a:gd name="T12" fmla="*/ 0 w 295"/>
                <a:gd name="T13" fmla="*/ 1 h 150"/>
                <a:gd name="T14" fmla="*/ 0 w 295"/>
                <a:gd name="T15" fmla="*/ 1 h 150"/>
                <a:gd name="T16" fmla="*/ 0 w 295"/>
                <a:gd name="T17" fmla="*/ 1 h 150"/>
                <a:gd name="T18" fmla="*/ 0 w 295"/>
                <a:gd name="T19" fmla="*/ 1 h 150"/>
                <a:gd name="T20" fmla="*/ 0 w 295"/>
                <a:gd name="T21" fmla="*/ 1 h 150"/>
                <a:gd name="T22" fmla="*/ 0 w 295"/>
                <a:gd name="T23" fmla="*/ 1 h 150"/>
                <a:gd name="T24" fmla="*/ 0 w 295"/>
                <a:gd name="T25" fmla="*/ 1 h 150"/>
                <a:gd name="T26" fmla="*/ 0 w 295"/>
                <a:gd name="T27" fmla="*/ 1 h 150"/>
                <a:gd name="T28" fmla="*/ 0 w 295"/>
                <a:gd name="T29" fmla="*/ 1 h 150"/>
                <a:gd name="T30" fmla="*/ 0 w 295"/>
                <a:gd name="T31" fmla="*/ 1 h 150"/>
                <a:gd name="T32" fmla="*/ 0 w 295"/>
                <a:gd name="T33" fmla="*/ 1 h 150"/>
                <a:gd name="T34" fmla="*/ 0 w 295"/>
                <a:gd name="T35" fmla="*/ 1 h 150"/>
                <a:gd name="T36" fmla="*/ 0 w 295"/>
                <a:gd name="T37" fmla="*/ 1 h 150"/>
                <a:gd name="T38" fmla="*/ 0 w 295"/>
                <a:gd name="T39" fmla="*/ 1 h 150"/>
                <a:gd name="T40" fmla="*/ 0 w 295"/>
                <a:gd name="T41" fmla="*/ 1 h 150"/>
                <a:gd name="T42" fmla="*/ 0 w 295"/>
                <a:gd name="T43" fmla="*/ 1 h 150"/>
                <a:gd name="T44" fmla="*/ 0 w 295"/>
                <a:gd name="T45" fmla="*/ 1 h 150"/>
                <a:gd name="T46" fmla="*/ 0 w 295"/>
                <a:gd name="T47" fmla="*/ 1 h 150"/>
                <a:gd name="T48" fmla="*/ 0 w 295"/>
                <a:gd name="T49" fmla="*/ 1 h 150"/>
                <a:gd name="T50" fmla="*/ 0 w 295"/>
                <a:gd name="T51" fmla="*/ 1 h 150"/>
                <a:gd name="T52" fmla="*/ 0 w 295"/>
                <a:gd name="T53" fmla="*/ 1 h 150"/>
                <a:gd name="T54" fmla="*/ 0 w 295"/>
                <a:gd name="T55" fmla="*/ 1 h 150"/>
                <a:gd name="T56" fmla="*/ 0 w 295"/>
                <a:gd name="T57" fmla="*/ 1 h 150"/>
                <a:gd name="T58" fmla="*/ 0 w 295"/>
                <a:gd name="T59" fmla="*/ 1 h 150"/>
                <a:gd name="T60" fmla="*/ 0 w 295"/>
                <a:gd name="T61" fmla="*/ 1 h 150"/>
                <a:gd name="T62" fmla="*/ 0 w 295"/>
                <a:gd name="T63" fmla="*/ 1 h 150"/>
                <a:gd name="T64" fmla="*/ 0 w 295"/>
                <a:gd name="T65" fmla="*/ 1 h 150"/>
                <a:gd name="T66" fmla="*/ 0 w 295"/>
                <a:gd name="T67" fmla="*/ 1 h 150"/>
                <a:gd name="T68" fmla="*/ 0 w 295"/>
                <a:gd name="T69" fmla="*/ 1 h 150"/>
                <a:gd name="T70" fmla="*/ 0 w 295"/>
                <a:gd name="T71" fmla="*/ 1 h 150"/>
                <a:gd name="T72" fmla="*/ 0 w 295"/>
                <a:gd name="T73" fmla="*/ 1 h 150"/>
                <a:gd name="T74" fmla="*/ 0 w 295"/>
                <a:gd name="T75" fmla="*/ 1 h 150"/>
                <a:gd name="T76" fmla="*/ 0 w 295"/>
                <a:gd name="T77" fmla="*/ 1 h 150"/>
                <a:gd name="T78" fmla="*/ 0 w 295"/>
                <a:gd name="T79" fmla="*/ 1 h 150"/>
                <a:gd name="T80" fmla="*/ 0 w 295"/>
                <a:gd name="T81" fmla="*/ 1 h 150"/>
                <a:gd name="T82" fmla="*/ 0 w 295"/>
                <a:gd name="T83" fmla="*/ 1 h 150"/>
                <a:gd name="T84" fmla="*/ 0 w 295"/>
                <a:gd name="T85" fmla="*/ 1 h 150"/>
                <a:gd name="T86" fmla="*/ 0 w 295"/>
                <a:gd name="T87" fmla="*/ 1 h 150"/>
                <a:gd name="T88" fmla="*/ 0 w 295"/>
                <a:gd name="T89" fmla="*/ 1 h 150"/>
                <a:gd name="T90" fmla="*/ 0 w 295"/>
                <a:gd name="T91" fmla="*/ 1 h 150"/>
                <a:gd name="T92" fmla="*/ 0 w 295"/>
                <a:gd name="T93" fmla="*/ 1 h 150"/>
                <a:gd name="T94" fmla="*/ 0 w 295"/>
                <a:gd name="T95" fmla="*/ 1 h 150"/>
                <a:gd name="T96" fmla="*/ 0 w 295"/>
                <a:gd name="T97" fmla="*/ 1 h 150"/>
                <a:gd name="T98" fmla="*/ 0 w 295"/>
                <a:gd name="T99" fmla="*/ 1 h 150"/>
                <a:gd name="T100" fmla="*/ 0 w 295"/>
                <a:gd name="T101" fmla="*/ 1 h 150"/>
                <a:gd name="T102" fmla="*/ 0 w 295"/>
                <a:gd name="T103" fmla="*/ 1 h 150"/>
                <a:gd name="T104" fmla="*/ 0 w 295"/>
                <a:gd name="T105" fmla="*/ 1 h 150"/>
                <a:gd name="T106" fmla="*/ 0 w 295"/>
                <a:gd name="T107" fmla="*/ 1 h 150"/>
                <a:gd name="T108" fmla="*/ 0 w 295"/>
                <a:gd name="T109" fmla="*/ 1 h 150"/>
                <a:gd name="T110" fmla="*/ 0 w 295"/>
                <a:gd name="T111" fmla="*/ 1 h 150"/>
                <a:gd name="T112" fmla="*/ 0 w 295"/>
                <a:gd name="T113" fmla="*/ 0 h 150"/>
                <a:gd name="T114" fmla="*/ 0 w 295"/>
                <a:gd name="T115" fmla="*/ 1 h 150"/>
                <a:gd name="T116" fmla="*/ 0 w 295"/>
                <a:gd name="T117" fmla="*/ 1 h 15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295"/>
                <a:gd name="T178" fmla="*/ 0 h 150"/>
                <a:gd name="T179" fmla="*/ 295 w 295"/>
                <a:gd name="T180" fmla="*/ 150 h 15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295" h="150">
                  <a:moveTo>
                    <a:pt x="0" y="9"/>
                  </a:moveTo>
                  <a:lnTo>
                    <a:pt x="272" y="150"/>
                  </a:lnTo>
                  <a:lnTo>
                    <a:pt x="276" y="148"/>
                  </a:lnTo>
                  <a:lnTo>
                    <a:pt x="281" y="146"/>
                  </a:lnTo>
                  <a:lnTo>
                    <a:pt x="287" y="142"/>
                  </a:lnTo>
                  <a:lnTo>
                    <a:pt x="291" y="140"/>
                  </a:lnTo>
                  <a:lnTo>
                    <a:pt x="295" y="136"/>
                  </a:lnTo>
                  <a:lnTo>
                    <a:pt x="295" y="133"/>
                  </a:lnTo>
                  <a:lnTo>
                    <a:pt x="293" y="129"/>
                  </a:lnTo>
                  <a:lnTo>
                    <a:pt x="289" y="127"/>
                  </a:lnTo>
                  <a:lnTo>
                    <a:pt x="285" y="125"/>
                  </a:lnTo>
                  <a:lnTo>
                    <a:pt x="281" y="121"/>
                  </a:lnTo>
                  <a:lnTo>
                    <a:pt x="276" y="119"/>
                  </a:lnTo>
                  <a:lnTo>
                    <a:pt x="268" y="116"/>
                  </a:lnTo>
                  <a:lnTo>
                    <a:pt x="261" y="112"/>
                  </a:lnTo>
                  <a:lnTo>
                    <a:pt x="253" y="108"/>
                  </a:lnTo>
                  <a:lnTo>
                    <a:pt x="243" y="104"/>
                  </a:lnTo>
                  <a:lnTo>
                    <a:pt x="238" y="100"/>
                  </a:lnTo>
                  <a:lnTo>
                    <a:pt x="234" y="98"/>
                  </a:lnTo>
                  <a:lnTo>
                    <a:pt x="228" y="95"/>
                  </a:lnTo>
                  <a:lnTo>
                    <a:pt x="223" y="93"/>
                  </a:lnTo>
                  <a:lnTo>
                    <a:pt x="217" y="91"/>
                  </a:lnTo>
                  <a:lnTo>
                    <a:pt x="213" y="87"/>
                  </a:lnTo>
                  <a:lnTo>
                    <a:pt x="207" y="85"/>
                  </a:lnTo>
                  <a:lnTo>
                    <a:pt x="202" y="83"/>
                  </a:lnTo>
                  <a:lnTo>
                    <a:pt x="194" y="79"/>
                  </a:lnTo>
                  <a:lnTo>
                    <a:pt x="190" y="78"/>
                  </a:lnTo>
                  <a:lnTo>
                    <a:pt x="183" y="74"/>
                  </a:lnTo>
                  <a:lnTo>
                    <a:pt x="179" y="72"/>
                  </a:lnTo>
                  <a:lnTo>
                    <a:pt x="173" y="68"/>
                  </a:lnTo>
                  <a:lnTo>
                    <a:pt x="165" y="64"/>
                  </a:lnTo>
                  <a:lnTo>
                    <a:pt x="160" y="62"/>
                  </a:lnTo>
                  <a:lnTo>
                    <a:pt x="156" y="60"/>
                  </a:lnTo>
                  <a:lnTo>
                    <a:pt x="148" y="57"/>
                  </a:lnTo>
                  <a:lnTo>
                    <a:pt x="143" y="55"/>
                  </a:lnTo>
                  <a:lnTo>
                    <a:pt x="137" y="51"/>
                  </a:lnTo>
                  <a:lnTo>
                    <a:pt x="131" y="49"/>
                  </a:lnTo>
                  <a:lnTo>
                    <a:pt x="126" y="45"/>
                  </a:lnTo>
                  <a:lnTo>
                    <a:pt x="120" y="43"/>
                  </a:lnTo>
                  <a:lnTo>
                    <a:pt x="114" y="40"/>
                  </a:lnTo>
                  <a:lnTo>
                    <a:pt x="108" y="38"/>
                  </a:lnTo>
                  <a:lnTo>
                    <a:pt x="103" y="36"/>
                  </a:lnTo>
                  <a:lnTo>
                    <a:pt x="97" y="32"/>
                  </a:lnTo>
                  <a:lnTo>
                    <a:pt x="93" y="30"/>
                  </a:lnTo>
                  <a:lnTo>
                    <a:pt x="88" y="28"/>
                  </a:lnTo>
                  <a:lnTo>
                    <a:pt x="82" y="24"/>
                  </a:lnTo>
                  <a:lnTo>
                    <a:pt x="78" y="22"/>
                  </a:lnTo>
                  <a:lnTo>
                    <a:pt x="72" y="20"/>
                  </a:lnTo>
                  <a:lnTo>
                    <a:pt x="69" y="19"/>
                  </a:lnTo>
                  <a:lnTo>
                    <a:pt x="59" y="15"/>
                  </a:lnTo>
                  <a:lnTo>
                    <a:pt x="53" y="11"/>
                  </a:lnTo>
                  <a:lnTo>
                    <a:pt x="46" y="7"/>
                  </a:lnTo>
                  <a:lnTo>
                    <a:pt x="42" y="5"/>
                  </a:lnTo>
                  <a:lnTo>
                    <a:pt x="36" y="1"/>
                  </a:lnTo>
                  <a:lnTo>
                    <a:pt x="34" y="1"/>
                  </a:lnTo>
                  <a:lnTo>
                    <a:pt x="30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Freeform 37"/>
            <p:cNvSpPr>
              <a:spLocks/>
            </p:cNvSpPr>
            <p:nvPr/>
          </p:nvSpPr>
          <p:spPr bwMode="auto">
            <a:xfrm>
              <a:off x="1087" y="2278"/>
              <a:ext cx="180" cy="234"/>
            </a:xfrm>
            <a:custGeom>
              <a:avLst/>
              <a:gdLst>
                <a:gd name="T0" fmla="*/ 1 w 359"/>
                <a:gd name="T1" fmla="*/ 0 h 468"/>
                <a:gd name="T2" fmla="*/ 0 w 359"/>
                <a:gd name="T3" fmla="*/ 1 h 468"/>
                <a:gd name="T4" fmla="*/ 1 w 359"/>
                <a:gd name="T5" fmla="*/ 1 h 468"/>
                <a:gd name="T6" fmla="*/ 1 w 359"/>
                <a:gd name="T7" fmla="*/ 1 h 468"/>
                <a:gd name="T8" fmla="*/ 1 w 359"/>
                <a:gd name="T9" fmla="*/ 1 h 468"/>
                <a:gd name="T10" fmla="*/ 1 w 359"/>
                <a:gd name="T11" fmla="*/ 1 h 468"/>
                <a:gd name="T12" fmla="*/ 1 w 359"/>
                <a:gd name="T13" fmla="*/ 1 h 468"/>
                <a:gd name="T14" fmla="*/ 1 w 359"/>
                <a:gd name="T15" fmla="*/ 0 h 468"/>
                <a:gd name="T16" fmla="*/ 1 w 359"/>
                <a:gd name="T17" fmla="*/ 0 h 4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9"/>
                <a:gd name="T28" fmla="*/ 0 h 468"/>
                <a:gd name="T29" fmla="*/ 359 w 359"/>
                <a:gd name="T30" fmla="*/ 468 h 46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9" h="468">
                  <a:moveTo>
                    <a:pt x="163" y="0"/>
                  </a:moveTo>
                  <a:lnTo>
                    <a:pt x="0" y="219"/>
                  </a:lnTo>
                  <a:lnTo>
                    <a:pt x="114" y="220"/>
                  </a:lnTo>
                  <a:lnTo>
                    <a:pt x="116" y="464"/>
                  </a:lnTo>
                  <a:lnTo>
                    <a:pt x="255" y="468"/>
                  </a:lnTo>
                  <a:lnTo>
                    <a:pt x="241" y="222"/>
                  </a:lnTo>
                  <a:lnTo>
                    <a:pt x="359" y="222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Freeform 38"/>
            <p:cNvSpPr>
              <a:spLocks/>
            </p:cNvSpPr>
            <p:nvPr/>
          </p:nvSpPr>
          <p:spPr bwMode="auto">
            <a:xfrm>
              <a:off x="1144" y="2524"/>
              <a:ext cx="72" cy="20"/>
            </a:xfrm>
            <a:custGeom>
              <a:avLst/>
              <a:gdLst>
                <a:gd name="T0" fmla="*/ 1 w 143"/>
                <a:gd name="T1" fmla="*/ 0 h 40"/>
                <a:gd name="T2" fmla="*/ 0 w 143"/>
                <a:gd name="T3" fmla="*/ 1 h 40"/>
                <a:gd name="T4" fmla="*/ 1 w 143"/>
                <a:gd name="T5" fmla="*/ 1 h 40"/>
                <a:gd name="T6" fmla="*/ 1 w 143"/>
                <a:gd name="T7" fmla="*/ 0 h 40"/>
                <a:gd name="T8" fmla="*/ 1 w 143"/>
                <a:gd name="T9" fmla="*/ 0 h 40"/>
                <a:gd name="T10" fmla="*/ 1 w 143"/>
                <a:gd name="T11" fmla="*/ 0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3"/>
                <a:gd name="T19" fmla="*/ 0 h 40"/>
                <a:gd name="T20" fmla="*/ 143 w 143"/>
                <a:gd name="T21" fmla="*/ 40 h 4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3" h="40">
                  <a:moveTo>
                    <a:pt x="4" y="0"/>
                  </a:moveTo>
                  <a:lnTo>
                    <a:pt x="0" y="40"/>
                  </a:lnTo>
                  <a:lnTo>
                    <a:pt x="139" y="36"/>
                  </a:lnTo>
                  <a:lnTo>
                    <a:pt x="143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8" name="Group 40"/>
          <p:cNvGrpSpPr>
            <a:grpSpLocks/>
          </p:cNvGrpSpPr>
          <p:nvPr/>
        </p:nvGrpSpPr>
        <p:grpSpPr bwMode="auto">
          <a:xfrm>
            <a:off x="4515718" y="3826892"/>
            <a:ext cx="1890713" cy="1130300"/>
            <a:chOff x="1063" y="2098"/>
            <a:chExt cx="1191" cy="712"/>
          </a:xfrm>
        </p:grpSpPr>
        <p:sp>
          <p:nvSpPr>
            <p:cNvPr id="19" name="Freeform 41"/>
            <p:cNvSpPr>
              <a:spLocks/>
            </p:cNvSpPr>
            <p:nvPr/>
          </p:nvSpPr>
          <p:spPr bwMode="auto">
            <a:xfrm>
              <a:off x="1588" y="2101"/>
              <a:ext cx="516" cy="234"/>
            </a:xfrm>
            <a:custGeom>
              <a:avLst/>
              <a:gdLst>
                <a:gd name="T0" fmla="*/ 0 w 756"/>
                <a:gd name="T1" fmla="*/ 0 h 328"/>
                <a:gd name="T2" fmla="*/ 8 w 756"/>
                <a:gd name="T3" fmla="*/ 1 h 328"/>
                <a:gd name="T4" fmla="*/ 1 w 756"/>
                <a:gd name="T5" fmla="*/ 6 h 328"/>
                <a:gd name="T6" fmla="*/ 0 w 756"/>
                <a:gd name="T7" fmla="*/ 0 h 328"/>
                <a:gd name="T8" fmla="*/ 0 w 756"/>
                <a:gd name="T9" fmla="*/ 0 h 3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328"/>
                <a:gd name="T17" fmla="*/ 756 w 756"/>
                <a:gd name="T18" fmla="*/ 328 h 3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328">
                  <a:moveTo>
                    <a:pt x="0" y="0"/>
                  </a:moveTo>
                  <a:lnTo>
                    <a:pt x="756" y="57"/>
                  </a:lnTo>
                  <a:lnTo>
                    <a:pt x="100" y="3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87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Freeform 42"/>
            <p:cNvSpPr>
              <a:spLocks/>
            </p:cNvSpPr>
            <p:nvPr/>
          </p:nvSpPr>
          <p:spPr bwMode="auto">
            <a:xfrm>
              <a:off x="1228" y="2104"/>
              <a:ext cx="405" cy="156"/>
            </a:xfrm>
            <a:custGeom>
              <a:avLst/>
              <a:gdLst>
                <a:gd name="T0" fmla="*/ 0 w 809"/>
                <a:gd name="T1" fmla="*/ 1 h 312"/>
                <a:gd name="T2" fmla="*/ 1 w 809"/>
                <a:gd name="T3" fmla="*/ 0 h 312"/>
                <a:gd name="T4" fmla="*/ 1 w 809"/>
                <a:gd name="T5" fmla="*/ 1 h 312"/>
                <a:gd name="T6" fmla="*/ 0 w 809"/>
                <a:gd name="T7" fmla="*/ 1 h 312"/>
                <a:gd name="T8" fmla="*/ 0 w 809"/>
                <a:gd name="T9" fmla="*/ 1 h 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9"/>
                <a:gd name="T16" fmla="*/ 0 h 312"/>
                <a:gd name="T17" fmla="*/ 809 w 809"/>
                <a:gd name="T18" fmla="*/ 312 h 3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9" h="312">
                  <a:moveTo>
                    <a:pt x="0" y="280"/>
                  </a:moveTo>
                  <a:lnTo>
                    <a:pt x="718" y="0"/>
                  </a:lnTo>
                  <a:lnTo>
                    <a:pt x="809" y="312"/>
                  </a:lnTo>
                  <a:lnTo>
                    <a:pt x="0" y="280"/>
                  </a:lnTo>
                  <a:close/>
                </a:path>
              </a:pathLst>
            </a:custGeom>
            <a:solidFill>
              <a:srgbClr val="B36E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Freeform 43"/>
            <p:cNvSpPr>
              <a:spLocks/>
            </p:cNvSpPr>
            <p:nvPr/>
          </p:nvSpPr>
          <p:spPr bwMode="auto">
            <a:xfrm>
              <a:off x="1070" y="2125"/>
              <a:ext cx="1176" cy="384"/>
            </a:xfrm>
            <a:custGeom>
              <a:avLst/>
              <a:gdLst>
                <a:gd name="T0" fmla="*/ 0 w 2352"/>
                <a:gd name="T1" fmla="*/ 1 h 768"/>
                <a:gd name="T2" fmla="*/ 1 w 2352"/>
                <a:gd name="T3" fmla="*/ 1 h 768"/>
                <a:gd name="T4" fmla="*/ 1 w 2352"/>
                <a:gd name="T5" fmla="*/ 1 h 768"/>
                <a:gd name="T6" fmla="*/ 1 w 2352"/>
                <a:gd name="T7" fmla="*/ 1 h 768"/>
                <a:gd name="T8" fmla="*/ 1 w 2352"/>
                <a:gd name="T9" fmla="*/ 0 h 768"/>
                <a:gd name="T10" fmla="*/ 1 w 2352"/>
                <a:gd name="T11" fmla="*/ 1 h 768"/>
                <a:gd name="T12" fmla="*/ 1 w 2352"/>
                <a:gd name="T13" fmla="*/ 1 h 768"/>
                <a:gd name="T14" fmla="*/ 1 w 2352"/>
                <a:gd name="T15" fmla="*/ 1 h 768"/>
                <a:gd name="T16" fmla="*/ 1 w 2352"/>
                <a:gd name="T17" fmla="*/ 1 h 768"/>
                <a:gd name="T18" fmla="*/ 1 w 2352"/>
                <a:gd name="T19" fmla="*/ 1 h 768"/>
                <a:gd name="T20" fmla="*/ 0 w 2352"/>
                <a:gd name="T21" fmla="*/ 1 h 768"/>
                <a:gd name="T22" fmla="*/ 0 w 2352"/>
                <a:gd name="T23" fmla="*/ 1 h 7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352"/>
                <a:gd name="T37" fmla="*/ 0 h 768"/>
                <a:gd name="T38" fmla="*/ 2352 w 2352"/>
                <a:gd name="T39" fmla="*/ 768 h 76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352" h="768">
                  <a:moveTo>
                    <a:pt x="0" y="483"/>
                  </a:moveTo>
                  <a:lnTo>
                    <a:pt x="306" y="247"/>
                  </a:lnTo>
                  <a:lnTo>
                    <a:pt x="1329" y="257"/>
                  </a:lnTo>
                  <a:lnTo>
                    <a:pt x="1424" y="280"/>
                  </a:lnTo>
                  <a:lnTo>
                    <a:pt x="2070" y="0"/>
                  </a:lnTo>
                  <a:lnTo>
                    <a:pt x="2114" y="2"/>
                  </a:lnTo>
                  <a:lnTo>
                    <a:pt x="2352" y="135"/>
                  </a:lnTo>
                  <a:lnTo>
                    <a:pt x="2297" y="167"/>
                  </a:lnTo>
                  <a:lnTo>
                    <a:pt x="1177" y="768"/>
                  </a:lnTo>
                  <a:lnTo>
                    <a:pt x="272" y="483"/>
                  </a:lnTo>
                  <a:lnTo>
                    <a:pt x="0" y="483"/>
                  </a:lnTo>
                  <a:close/>
                </a:path>
              </a:pathLst>
            </a:custGeom>
            <a:solidFill>
              <a:srgbClr val="EDBA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Freeform 44"/>
            <p:cNvSpPr>
              <a:spLocks/>
            </p:cNvSpPr>
            <p:nvPr/>
          </p:nvSpPr>
          <p:spPr bwMode="auto">
            <a:xfrm>
              <a:off x="1610" y="2257"/>
              <a:ext cx="515" cy="543"/>
            </a:xfrm>
            <a:custGeom>
              <a:avLst/>
              <a:gdLst>
                <a:gd name="T0" fmla="*/ 1 w 1030"/>
                <a:gd name="T1" fmla="*/ 1 h 1086"/>
                <a:gd name="T2" fmla="*/ 1 w 1030"/>
                <a:gd name="T3" fmla="*/ 1 h 1086"/>
                <a:gd name="T4" fmla="*/ 1 w 1030"/>
                <a:gd name="T5" fmla="*/ 1 h 1086"/>
                <a:gd name="T6" fmla="*/ 1 w 1030"/>
                <a:gd name="T7" fmla="*/ 1 h 1086"/>
                <a:gd name="T8" fmla="*/ 1 w 1030"/>
                <a:gd name="T9" fmla="*/ 0 h 1086"/>
                <a:gd name="T10" fmla="*/ 1 w 1030"/>
                <a:gd name="T11" fmla="*/ 1 h 1086"/>
                <a:gd name="T12" fmla="*/ 1 w 1030"/>
                <a:gd name="T13" fmla="*/ 1 h 1086"/>
                <a:gd name="T14" fmla="*/ 1 w 1030"/>
                <a:gd name="T15" fmla="*/ 1 h 1086"/>
                <a:gd name="T16" fmla="*/ 0 w 1030"/>
                <a:gd name="T17" fmla="*/ 1 h 1086"/>
                <a:gd name="T18" fmla="*/ 1 w 1030"/>
                <a:gd name="T19" fmla="*/ 1 h 1086"/>
                <a:gd name="T20" fmla="*/ 1 w 1030"/>
                <a:gd name="T21" fmla="*/ 1 h 10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030"/>
                <a:gd name="T34" fmla="*/ 0 h 1086"/>
                <a:gd name="T35" fmla="*/ 1030 w 1030"/>
                <a:gd name="T36" fmla="*/ 1086 h 10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030" h="1086">
                  <a:moveTo>
                    <a:pt x="331" y="17"/>
                  </a:moveTo>
                  <a:lnTo>
                    <a:pt x="523" y="67"/>
                  </a:lnTo>
                  <a:lnTo>
                    <a:pt x="707" y="179"/>
                  </a:lnTo>
                  <a:lnTo>
                    <a:pt x="971" y="17"/>
                  </a:lnTo>
                  <a:lnTo>
                    <a:pt x="1030" y="0"/>
                  </a:lnTo>
                  <a:lnTo>
                    <a:pt x="981" y="512"/>
                  </a:lnTo>
                  <a:lnTo>
                    <a:pt x="1002" y="770"/>
                  </a:lnTo>
                  <a:lnTo>
                    <a:pt x="306" y="1086"/>
                  </a:lnTo>
                  <a:lnTo>
                    <a:pt x="0" y="441"/>
                  </a:lnTo>
                  <a:lnTo>
                    <a:pt x="331" y="17"/>
                  </a:lnTo>
                  <a:close/>
                </a:path>
              </a:pathLst>
            </a:custGeom>
            <a:solidFill>
              <a:srgbClr val="E0A1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Freeform 45"/>
            <p:cNvSpPr>
              <a:spLocks/>
            </p:cNvSpPr>
            <p:nvPr/>
          </p:nvSpPr>
          <p:spPr bwMode="auto">
            <a:xfrm>
              <a:off x="1208" y="2261"/>
              <a:ext cx="563" cy="544"/>
            </a:xfrm>
            <a:custGeom>
              <a:avLst/>
              <a:gdLst>
                <a:gd name="T0" fmla="*/ 0 w 1127"/>
                <a:gd name="T1" fmla="*/ 1 h 1088"/>
                <a:gd name="T2" fmla="*/ 0 w 1127"/>
                <a:gd name="T3" fmla="*/ 1 h 1088"/>
                <a:gd name="T4" fmla="*/ 0 w 1127"/>
                <a:gd name="T5" fmla="*/ 0 h 1088"/>
                <a:gd name="T6" fmla="*/ 0 w 1127"/>
                <a:gd name="T7" fmla="*/ 1 h 1088"/>
                <a:gd name="T8" fmla="*/ 0 w 1127"/>
                <a:gd name="T9" fmla="*/ 1 h 1088"/>
                <a:gd name="T10" fmla="*/ 0 w 1127"/>
                <a:gd name="T11" fmla="*/ 1 h 1088"/>
                <a:gd name="T12" fmla="*/ 0 w 1127"/>
                <a:gd name="T13" fmla="*/ 1 h 1088"/>
                <a:gd name="T14" fmla="*/ 0 w 1127"/>
                <a:gd name="T15" fmla="*/ 1 h 1088"/>
                <a:gd name="T16" fmla="*/ 0 w 1127"/>
                <a:gd name="T17" fmla="*/ 1 h 1088"/>
                <a:gd name="T18" fmla="*/ 0 w 1127"/>
                <a:gd name="T19" fmla="*/ 1 h 10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27"/>
                <a:gd name="T31" fmla="*/ 0 h 1088"/>
                <a:gd name="T32" fmla="*/ 1127 w 1127"/>
                <a:gd name="T33" fmla="*/ 1088 h 108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27" h="1088">
                  <a:moveTo>
                    <a:pt x="0" y="211"/>
                  </a:moveTo>
                  <a:lnTo>
                    <a:pt x="817" y="260"/>
                  </a:lnTo>
                  <a:lnTo>
                    <a:pt x="1106" y="0"/>
                  </a:lnTo>
                  <a:lnTo>
                    <a:pt x="1127" y="15"/>
                  </a:lnTo>
                  <a:lnTo>
                    <a:pt x="1087" y="827"/>
                  </a:lnTo>
                  <a:lnTo>
                    <a:pt x="1116" y="1088"/>
                  </a:lnTo>
                  <a:lnTo>
                    <a:pt x="26" y="1027"/>
                  </a:lnTo>
                  <a:lnTo>
                    <a:pt x="55" y="886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CC87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Freeform 46"/>
            <p:cNvSpPr>
              <a:spLocks/>
            </p:cNvSpPr>
            <p:nvPr/>
          </p:nvSpPr>
          <p:spPr bwMode="auto">
            <a:xfrm>
              <a:off x="1063" y="2098"/>
              <a:ext cx="1191" cy="712"/>
            </a:xfrm>
            <a:custGeom>
              <a:avLst/>
              <a:gdLst>
                <a:gd name="T0" fmla="*/ 1 w 2382"/>
                <a:gd name="T1" fmla="*/ 1 h 1424"/>
                <a:gd name="T2" fmla="*/ 1 w 2382"/>
                <a:gd name="T3" fmla="*/ 1 h 1424"/>
                <a:gd name="T4" fmla="*/ 1 w 2382"/>
                <a:gd name="T5" fmla="*/ 1 h 1424"/>
                <a:gd name="T6" fmla="*/ 1 w 2382"/>
                <a:gd name="T7" fmla="*/ 1 h 1424"/>
                <a:gd name="T8" fmla="*/ 1 w 2382"/>
                <a:gd name="T9" fmla="*/ 1 h 1424"/>
                <a:gd name="T10" fmla="*/ 1 w 2382"/>
                <a:gd name="T11" fmla="*/ 1 h 1424"/>
                <a:gd name="T12" fmla="*/ 1 w 2382"/>
                <a:gd name="T13" fmla="*/ 1 h 1424"/>
                <a:gd name="T14" fmla="*/ 1 w 2382"/>
                <a:gd name="T15" fmla="*/ 1 h 1424"/>
                <a:gd name="T16" fmla="*/ 1 w 2382"/>
                <a:gd name="T17" fmla="*/ 1 h 1424"/>
                <a:gd name="T18" fmla="*/ 1 w 2382"/>
                <a:gd name="T19" fmla="*/ 1 h 1424"/>
                <a:gd name="T20" fmla="*/ 1 w 2382"/>
                <a:gd name="T21" fmla="*/ 1 h 1424"/>
                <a:gd name="T22" fmla="*/ 1 w 2382"/>
                <a:gd name="T23" fmla="*/ 1 h 1424"/>
                <a:gd name="T24" fmla="*/ 1 w 2382"/>
                <a:gd name="T25" fmla="*/ 1 h 1424"/>
                <a:gd name="T26" fmla="*/ 1 w 2382"/>
                <a:gd name="T27" fmla="*/ 1 h 1424"/>
                <a:gd name="T28" fmla="*/ 1 w 2382"/>
                <a:gd name="T29" fmla="*/ 1 h 1424"/>
                <a:gd name="T30" fmla="*/ 1 w 2382"/>
                <a:gd name="T31" fmla="*/ 1 h 1424"/>
                <a:gd name="T32" fmla="*/ 1 w 2382"/>
                <a:gd name="T33" fmla="*/ 1 h 1424"/>
                <a:gd name="T34" fmla="*/ 1 w 2382"/>
                <a:gd name="T35" fmla="*/ 1 h 1424"/>
                <a:gd name="T36" fmla="*/ 1 w 2382"/>
                <a:gd name="T37" fmla="*/ 1 h 1424"/>
                <a:gd name="T38" fmla="*/ 1 w 2382"/>
                <a:gd name="T39" fmla="*/ 1 h 1424"/>
                <a:gd name="T40" fmla="*/ 1 w 2382"/>
                <a:gd name="T41" fmla="*/ 1 h 1424"/>
                <a:gd name="T42" fmla="*/ 1 w 2382"/>
                <a:gd name="T43" fmla="*/ 1 h 1424"/>
                <a:gd name="T44" fmla="*/ 1 w 2382"/>
                <a:gd name="T45" fmla="*/ 1 h 1424"/>
                <a:gd name="T46" fmla="*/ 1 w 2382"/>
                <a:gd name="T47" fmla="*/ 1 h 1424"/>
                <a:gd name="T48" fmla="*/ 1 w 2382"/>
                <a:gd name="T49" fmla="*/ 1 h 1424"/>
                <a:gd name="T50" fmla="*/ 1 w 2382"/>
                <a:gd name="T51" fmla="*/ 1 h 1424"/>
                <a:gd name="T52" fmla="*/ 1 w 2382"/>
                <a:gd name="T53" fmla="*/ 1 h 1424"/>
                <a:gd name="T54" fmla="*/ 1 w 2382"/>
                <a:gd name="T55" fmla="*/ 1 h 1424"/>
                <a:gd name="T56" fmla="*/ 1 w 2382"/>
                <a:gd name="T57" fmla="*/ 1 h 1424"/>
                <a:gd name="T58" fmla="*/ 1 w 2382"/>
                <a:gd name="T59" fmla="*/ 1 h 1424"/>
                <a:gd name="T60" fmla="*/ 1 w 2382"/>
                <a:gd name="T61" fmla="*/ 1 h 1424"/>
                <a:gd name="T62" fmla="*/ 1 w 2382"/>
                <a:gd name="T63" fmla="*/ 1 h 1424"/>
                <a:gd name="T64" fmla="*/ 1 w 2382"/>
                <a:gd name="T65" fmla="*/ 1 h 1424"/>
                <a:gd name="T66" fmla="*/ 1 w 2382"/>
                <a:gd name="T67" fmla="*/ 1 h 1424"/>
                <a:gd name="T68" fmla="*/ 1 w 2382"/>
                <a:gd name="T69" fmla="*/ 1 h 1424"/>
                <a:gd name="T70" fmla="*/ 1 w 2382"/>
                <a:gd name="T71" fmla="*/ 1 h 1424"/>
                <a:gd name="T72" fmla="*/ 1 w 2382"/>
                <a:gd name="T73" fmla="*/ 1 h 1424"/>
                <a:gd name="T74" fmla="*/ 1 w 2382"/>
                <a:gd name="T75" fmla="*/ 1 h 1424"/>
                <a:gd name="T76" fmla="*/ 1 w 2382"/>
                <a:gd name="T77" fmla="*/ 1 h 1424"/>
                <a:gd name="T78" fmla="*/ 1 w 2382"/>
                <a:gd name="T79" fmla="*/ 1 h 1424"/>
                <a:gd name="T80" fmla="*/ 1 w 2382"/>
                <a:gd name="T81" fmla="*/ 1 h 1424"/>
                <a:gd name="T82" fmla="*/ 1 w 2382"/>
                <a:gd name="T83" fmla="*/ 1 h 1424"/>
                <a:gd name="T84" fmla="*/ 1 w 2382"/>
                <a:gd name="T85" fmla="*/ 1 h 1424"/>
                <a:gd name="T86" fmla="*/ 1 w 2382"/>
                <a:gd name="T87" fmla="*/ 1 h 1424"/>
                <a:gd name="T88" fmla="*/ 1 w 2382"/>
                <a:gd name="T89" fmla="*/ 1 h 1424"/>
                <a:gd name="T90" fmla="*/ 1 w 2382"/>
                <a:gd name="T91" fmla="*/ 1 h 1424"/>
                <a:gd name="T92" fmla="*/ 1 w 2382"/>
                <a:gd name="T93" fmla="*/ 1 h 1424"/>
                <a:gd name="T94" fmla="*/ 1 w 2382"/>
                <a:gd name="T95" fmla="*/ 1 h 1424"/>
                <a:gd name="T96" fmla="*/ 1 w 2382"/>
                <a:gd name="T97" fmla="*/ 1 h 1424"/>
                <a:gd name="T98" fmla="*/ 1 w 2382"/>
                <a:gd name="T99" fmla="*/ 1 h 1424"/>
                <a:gd name="T100" fmla="*/ 1 w 2382"/>
                <a:gd name="T101" fmla="*/ 1 h 1424"/>
                <a:gd name="T102" fmla="*/ 1 w 2382"/>
                <a:gd name="T103" fmla="*/ 1 h 1424"/>
                <a:gd name="T104" fmla="*/ 1 w 2382"/>
                <a:gd name="T105" fmla="*/ 1 h 1424"/>
                <a:gd name="T106" fmla="*/ 1 w 2382"/>
                <a:gd name="T107" fmla="*/ 1 h 1424"/>
                <a:gd name="T108" fmla="*/ 1 w 2382"/>
                <a:gd name="T109" fmla="*/ 1 h 1424"/>
                <a:gd name="T110" fmla="*/ 1 w 2382"/>
                <a:gd name="T111" fmla="*/ 1 h 1424"/>
                <a:gd name="T112" fmla="*/ 1 w 2382"/>
                <a:gd name="T113" fmla="*/ 1 h 1424"/>
                <a:gd name="T114" fmla="*/ 1 w 2382"/>
                <a:gd name="T115" fmla="*/ 1 h 1424"/>
                <a:gd name="T116" fmla="*/ 1 w 2382"/>
                <a:gd name="T117" fmla="*/ 1 h 1424"/>
                <a:gd name="T118" fmla="*/ 1 w 2382"/>
                <a:gd name="T119" fmla="*/ 1 h 142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382"/>
                <a:gd name="T181" fmla="*/ 0 h 1424"/>
                <a:gd name="T182" fmla="*/ 2382 w 2382"/>
                <a:gd name="T183" fmla="*/ 1424 h 1424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382" h="1424">
                  <a:moveTo>
                    <a:pt x="1201" y="281"/>
                  </a:moveTo>
                  <a:lnTo>
                    <a:pt x="1203" y="281"/>
                  </a:lnTo>
                  <a:lnTo>
                    <a:pt x="1207" y="281"/>
                  </a:lnTo>
                  <a:lnTo>
                    <a:pt x="1213" y="283"/>
                  </a:lnTo>
                  <a:lnTo>
                    <a:pt x="1218" y="283"/>
                  </a:lnTo>
                  <a:lnTo>
                    <a:pt x="1224" y="285"/>
                  </a:lnTo>
                  <a:lnTo>
                    <a:pt x="1232" y="287"/>
                  </a:lnTo>
                  <a:lnTo>
                    <a:pt x="1241" y="289"/>
                  </a:lnTo>
                  <a:lnTo>
                    <a:pt x="1247" y="291"/>
                  </a:lnTo>
                  <a:lnTo>
                    <a:pt x="1254" y="295"/>
                  </a:lnTo>
                  <a:lnTo>
                    <a:pt x="1262" y="296"/>
                  </a:lnTo>
                  <a:lnTo>
                    <a:pt x="1270" y="298"/>
                  </a:lnTo>
                  <a:lnTo>
                    <a:pt x="1275" y="302"/>
                  </a:lnTo>
                  <a:lnTo>
                    <a:pt x="1281" y="306"/>
                  </a:lnTo>
                  <a:lnTo>
                    <a:pt x="1285" y="310"/>
                  </a:lnTo>
                  <a:lnTo>
                    <a:pt x="1289" y="314"/>
                  </a:lnTo>
                  <a:lnTo>
                    <a:pt x="1384" y="325"/>
                  </a:lnTo>
                  <a:lnTo>
                    <a:pt x="1382" y="325"/>
                  </a:lnTo>
                  <a:lnTo>
                    <a:pt x="1380" y="327"/>
                  </a:lnTo>
                  <a:lnTo>
                    <a:pt x="1376" y="331"/>
                  </a:lnTo>
                  <a:lnTo>
                    <a:pt x="1372" y="334"/>
                  </a:lnTo>
                  <a:lnTo>
                    <a:pt x="1365" y="338"/>
                  </a:lnTo>
                  <a:lnTo>
                    <a:pt x="1359" y="344"/>
                  </a:lnTo>
                  <a:lnTo>
                    <a:pt x="1349" y="352"/>
                  </a:lnTo>
                  <a:lnTo>
                    <a:pt x="1342" y="359"/>
                  </a:lnTo>
                  <a:lnTo>
                    <a:pt x="1336" y="361"/>
                  </a:lnTo>
                  <a:lnTo>
                    <a:pt x="1330" y="367"/>
                  </a:lnTo>
                  <a:lnTo>
                    <a:pt x="1327" y="369"/>
                  </a:lnTo>
                  <a:lnTo>
                    <a:pt x="1321" y="374"/>
                  </a:lnTo>
                  <a:lnTo>
                    <a:pt x="1315" y="378"/>
                  </a:lnTo>
                  <a:lnTo>
                    <a:pt x="1310" y="382"/>
                  </a:lnTo>
                  <a:lnTo>
                    <a:pt x="1304" y="388"/>
                  </a:lnTo>
                  <a:lnTo>
                    <a:pt x="1298" y="393"/>
                  </a:lnTo>
                  <a:lnTo>
                    <a:pt x="1292" y="397"/>
                  </a:lnTo>
                  <a:lnTo>
                    <a:pt x="1285" y="403"/>
                  </a:lnTo>
                  <a:lnTo>
                    <a:pt x="1279" y="407"/>
                  </a:lnTo>
                  <a:lnTo>
                    <a:pt x="1273" y="412"/>
                  </a:lnTo>
                  <a:lnTo>
                    <a:pt x="1266" y="418"/>
                  </a:lnTo>
                  <a:lnTo>
                    <a:pt x="1260" y="424"/>
                  </a:lnTo>
                  <a:lnTo>
                    <a:pt x="1254" y="430"/>
                  </a:lnTo>
                  <a:lnTo>
                    <a:pt x="1249" y="435"/>
                  </a:lnTo>
                  <a:lnTo>
                    <a:pt x="1241" y="439"/>
                  </a:lnTo>
                  <a:lnTo>
                    <a:pt x="1235" y="445"/>
                  </a:lnTo>
                  <a:lnTo>
                    <a:pt x="1228" y="450"/>
                  </a:lnTo>
                  <a:lnTo>
                    <a:pt x="1220" y="456"/>
                  </a:lnTo>
                  <a:lnTo>
                    <a:pt x="1214" y="460"/>
                  </a:lnTo>
                  <a:lnTo>
                    <a:pt x="1209" y="468"/>
                  </a:lnTo>
                  <a:lnTo>
                    <a:pt x="1201" y="471"/>
                  </a:lnTo>
                  <a:lnTo>
                    <a:pt x="1197" y="477"/>
                  </a:lnTo>
                  <a:lnTo>
                    <a:pt x="1190" y="483"/>
                  </a:lnTo>
                  <a:lnTo>
                    <a:pt x="1184" y="488"/>
                  </a:lnTo>
                  <a:lnTo>
                    <a:pt x="1178" y="494"/>
                  </a:lnTo>
                  <a:lnTo>
                    <a:pt x="1173" y="500"/>
                  </a:lnTo>
                  <a:lnTo>
                    <a:pt x="1165" y="504"/>
                  </a:lnTo>
                  <a:lnTo>
                    <a:pt x="1161" y="509"/>
                  </a:lnTo>
                  <a:lnTo>
                    <a:pt x="1156" y="515"/>
                  </a:lnTo>
                  <a:lnTo>
                    <a:pt x="1150" y="521"/>
                  </a:lnTo>
                  <a:lnTo>
                    <a:pt x="1144" y="525"/>
                  </a:lnTo>
                  <a:lnTo>
                    <a:pt x="1140" y="528"/>
                  </a:lnTo>
                  <a:lnTo>
                    <a:pt x="1135" y="532"/>
                  </a:lnTo>
                  <a:lnTo>
                    <a:pt x="1131" y="538"/>
                  </a:lnTo>
                  <a:lnTo>
                    <a:pt x="1121" y="546"/>
                  </a:lnTo>
                  <a:lnTo>
                    <a:pt x="1114" y="555"/>
                  </a:lnTo>
                  <a:lnTo>
                    <a:pt x="1108" y="563"/>
                  </a:lnTo>
                  <a:lnTo>
                    <a:pt x="1102" y="568"/>
                  </a:lnTo>
                  <a:lnTo>
                    <a:pt x="1098" y="576"/>
                  </a:lnTo>
                  <a:lnTo>
                    <a:pt x="1097" y="582"/>
                  </a:lnTo>
                  <a:lnTo>
                    <a:pt x="1097" y="580"/>
                  </a:lnTo>
                  <a:lnTo>
                    <a:pt x="1095" y="580"/>
                  </a:lnTo>
                  <a:lnTo>
                    <a:pt x="1091" y="580"/>
                  </a:lnTo>
                  <a:lnTo>
                    <a:pt x="1087" y="580"/>
                  </a:lnTo>
                  <a:lnTo>
                    <a:pt x="1081" y="578"/>
                  </a:lnTo>
                  <a:lnTo>
                    <a:pt x="1076" y="578"/>
                  </a:lnTo>
                  <a:lnTo>
                    <a:pt x="1068" y="576"/>
                  </a:lnTo>
                  <a:lnTo>
                    <a:pt x="1060" y="576"/>
                  </a:lnTo>
                  <a:lnTo>
                    <a:pt x="1049" y="576"/>
                  </a:lnTo>
                  <a:lnTo>
                    <a:pt x="1040" y="574"/>
                  </a:lnTo>
                  <a:lnTo>
                    <a:pt x="1028" y="574"/>
                  </a:lnTo>
                  <a:lnTo>
                    <a:pt x="1017" y="572"/>
                  </a:lnTo>
                  <a:lnTo>
                    <a:pt x="1003" y="570"/>
                  </a:lnTo>
                  <a:lnTo>
                    <a:pt x="992" y="570"/>
                  </a:lnTo>
                  <a:lnTo>
                    <a:pt x="977" y="568"/>
                  </a:lnTo>
                  <a:lnTo>
                    <a:pt x="964" y="568"/>
                  </a:lnTo>
                  <a:lnTo>
                    <a:pt x="946" y="566"/>
                  </a:lnTo>
                  <a:lnTo>
                    <a:pt x="929" y="565"/>
                  </a:lnTo>
                  <a:lnTo>
                    <a:pt x="912" y="563"/>
                  </a:lnTo>
                  <a:lnTo>
                    <a:pt x="895" y="561"/>
                  </a:lnTo>
                  <a:lnTo>
                    <a:pt x="876" y="561"/>
                  </a:lnTo>
                  <a:lnTo>
                    <a:pt x="857" y="559"/>
                  </a:lnTo>
                  <a:lnTo>
                    <a:pt x="838" y="557"/>
                  </a:lnTo>
                  <a:lnTo>
                    <a:pt x="821" y="555"/>
                  </a:lnTo>
                  <a:lnTo>
                    <a:pt x="800" y="553"/>
                  </a:lnTo>
                  <a:lnTo>
                    <a:pt x="779" y="553"/>
                  </a:lnTo>
                  <a:lnTo>
                    <a:pt x="758" y="549"/>
                  </a:lnTo>
                  <a:lnTo>
                    <a:pt x="737" y="549"/>
                  </a:lnTo>
                  <a:lnTo>
                    <a:pt x="716" y="547"/>
                  </a:lnTo>
                  <a:lnTo>
                    <a:pt x="694" y="546"/>
                  </a:lnTo>
                  <a:lnTo>
                    <a:pt x="673" y="544"/>
                  </a:lnTo>
                  <a:lnTo>
                    <a:pt x="652" y="544"/>
                  </a:lnTo>
                  <a:lnTo>
                    <a:pt x="629" y="540"/>
                  </a:lnTo>
                  <a:lnTo>
                    <a:pt x="606" y="540"/>
                  </a:lnTo>
                  <a:lnTo>
                    <a:pt x="583" y="538"/>
                  </a:lnTo>
                  <a:lnTo>
                    <a:pt x="560" y="536"/>
                  </a:lnTo>
                  <a:lnTo>
                    <a:pt x="538" y="534"/>
                  </a:lnTo>
                  <a:lnTo>
                    <a:pt x="517" y="534"/>
                  </a:lnTo>
                  <a:lnTo>
                    <a:pt x="494" y="532"/>
                  </a:lnTo>
                  <a:lnTo>
                    <a:pt x="471" y="532"/>
                  </a:lnTo>
                  <a:lnTo>
                    <a:pt x="448" y="530"/>
                  </a:lnTo>
                  <a:lnTo>
                    <a:pt x="425" y="528"/>
                  </a:lnTo>
                  <a:lnTo>
                    <a:pt x="403" y="527"/>
                  </a:lnTo>
                  <a:lnTo>
                    <a:pt x="380" y="527"/>
                  </a:lnTo>
                  <a:lnTo>
                    <a:pt x="359" y="525"/>
                  </a:lnTo>
                  <a:lnTo>
                    <a:pt x="338" y="525"/>
                  </a:lnTo>
                  <a:lnTo>
                    <a:pt x="317" y="523"/>
                  </a:lnTo>
                  <a:lnTo>
                    <a:pt x="296" y="523"/>
                  </a:lnTo>
                  <a:lnTo>
                    <a:pt x="275" y="523"/>
                  </a:lnTo>
                  <a:lnTo>
                    <a:pt x="254" y="521"/>
                  </a:lnTo>
                  <a:lnTo>
                    <a:pt x="235" y="521"/>
                  </a:lnTo>
                  <a:lnTo>
                    <a:pt x="216" y="521"/>
                  </a:lnTo>
                  <a:lnTo>
                    <a:pt x="197" y="521"/>
                  </a:lnTo>
                  <a:lnTo>
                    <a:pt x="178" y="521"/>
                  </a:lnTo>
                  <a:lnTo>
                    <a:pt x="161" y="521"/>
                  </a:lnTo>
                  <a:lnTo>
                    <a:pt x="144" y="521"/>
                  </a:lnTo>
                  <a:lnTo>
                    <a:pt x="127" y="521"/>
                  </a:lnTo>
                  <a:lnTo>
                    <a:pt x="112" y="521"/>
                  </a:lnTo>
                  <a:lnTo>
                    <a:pt x="97" y="521"/>
                  </a:lnTo>
                  <a:lnTo>
                    <a:pt x="81" y="523"/>
                  </a:lnTo>
                  <a:lnTo>
                    <a:pt x="68" y="523"/>
                  </a:lnTo>
                  <a:lnTo>
                    <a:pt x="57" y="525"/>
                  </a:lnTo>
                  <a:lnTo>
                    <a:pt x="43" y="525"/>
                  </a:lnTo>
                  <a:lnTo>
                    <a:pt x="34" y="527"/>
                  </a:lnTo>
                  <a:lnTo>
                    <a:pt x="325" y="306"/>
                  </a:lnTo>
                  <a:lnTo>
                    <a:pt x="454" y="308"/>
                  </a:lnTo>
                  <a:lnTo>
                    <a:pt x="469" y="293"/>
                  </a:lnTo>
                  <a:lnTo>
                    <a:pt x="355" y="293"/>
                  </a:lnTo>
                  <a:lnTo>
                    <a:pt x="861" y="93"/>
                  </a:lnTo>
                  <a:lnTo>
                    <a:pt x="872" y="68"/>
                  </a:lnTo>
                  <a:lnTo>
                    <a:pt x="315" y="281"/>
                  </a:lnTo>
                  <a:lnTo>
                    <a:pt x="308" y="302"/>
                  </a:lnTo>
                  <a:lnTo>
                    <a:pt x="306" y="302"/>
                  </a:lnTo>
                  <a:lnTo>
                    <a:pt x="304" y="304"/>
                  </a:lnTo>
                  <a:lnTo>
                    <a:pt x="298" y="306"/>
                  </a:lnTo>
                  <a:lnTo>
                    <a:pt x="294" y="312"/>
                  </a:lnTo>
                  <a:lnTo>
                    <a:pt x="287" y="315"/>
                  </a:lnTo>
                  <a:lnTo>
                    <a:pt x="279" y="321"/>
                  </a:lnTo>
                  <a:lnTo>
                    <a:pt x="273" y="323"/>
                  </a:lnTo>
                  <a:lnTo>
                    <a:pt x="268" y="329"/>
                  </a:lnTo>
                  <a:lnTo>
                    <a:pt x="264" y="331"/>
                  </a:lnTo>
                  <a:lnTo>
                    <a:pt x="260" y="336"/>
                  </a:lnTo>
                  <a:lnTo>
                    <a:pt x="252" y="338"/>
                  </a:lnTo>
                  <a:lnTo>
                    <a:pt x="247" y="344"/>
                  </a:lnTo>
                  <a:lnTo>
                    <a:pt x="241" y="346"/>
                  </a:lnTo>
                  <a:lnTo>
                    <a:pt x="235" y="352"/>
                  </a:lnTo>
                  <a:lnTo>
                    <a:pt x="228" y="355"/>
                  </a:lnTo>
                  <a:lnTo>
                    <a:pt x="222" y="359"/>
                  </a:lnTo>
                  <a:lnTo>
                    <a:pt x="214" y="365"/>
                  </a:lnTo>
                  <a:lnTo>
                    <a:pt x="209" y="371"/>
                  </a:lnTo>
                  <a:lnTo>
                    <a:pt x="201" y="374"/>
                  </a:lnTo>
                  <a:lnTo>
                    <a:pt x="195" y="380"/>
                  </a:lnTo>
                  <a:lnTo>
                    <a:pt x="188" y="386"/>
                  </a:lnTo>
                  <a:lnTo>
                    <a:pt x="182" y="390"/>
                  </a:lnTo>
                  <a:lnTo>
                    <a:pt x="175" y="395"/>
                  </a:lnTo>
                  <a:lnTo>
                    <a:pt x="167" y="401"/>
                  </a:lnTo>
                  <a:lnTo>
                    <a:pt x="159" y="405"/>
                  </a:lnTo>
                  <a:lnTo>
                    <a:pt x="154" y="411"/>
                  </a:lnTo>
                  <a:lnTo>
                    <a:pt x="146" y="416"/>
                  </a:lnTo>
                  <a:lnTo>
                    <a:pt x="138" y="422"/>
                  </a:lnTo>
                  <a:lnTo>
                    <a:pt x="131" y="426"/>
                  </a:lnTo>
                  <a:lnTo>
                    <a:pt x="123" y="431"/>
                  </a:lnTo>
                  <a:lnTo>
                    <a:pt x="116" y="437"/>
                  </a:lnTo>
                  <a:lnTo>
                    <a:pt x="110" y="441"/>
                  </a:lnTo>
                  <a:lnTo>
                    <a:pt x="102" y="447"/>
                  </a:lnTo>
                  <a:lnTo>
                    <a:pt x="97" y="452"/>
                  </a:lnTo>
                  <a:lnTo>
                    <a:pt x="89" y="456"/>
                  </a:lnTo>
                  <a:lnTo>
                    <a:pt x="81" y="462"/>
                  </a:lnTo>
                  <a:lnTo>
                    <a:pt x="76" y="466"/>
                  </a:lnTo>
                  <a:lnTo>
                    <a:pt x="70" y="471"/>
                  </a:lnTo>
                  <a:lnTo>
                    <a:pt x="62" y="475"/>
                  </a:lnTo>
                  <a:lnTo>
                    <a:pt x="57" y="479"/>
                  </a:lnTo>
                  <a:lnTo>
                    <a:pt x="53" y="483"/>
                  </a:lnTo>
                  <a:lnTo>
                    <a:pt x="47" y="488"/>
                  </a:lnTo>
                  <a:lnTo>
                    <a:pt x="41" y="492"/>
                  </a:lnTo>
                  <a:lnTo>
                    <a:pt x="36" y="496"/>
                  </a:lnTo>
                  <a:lnTo>
                    <a:pt x="32" y="498"/>
                  </a:lnTo>
                  <a:lnTo>
                    <a:pt x="26" y="504"/>
                  </a:lnTo>
                  <a:lnTo>
                    <a:pt x="19" y="509"/>
                  </a:lnTo>
                  <a:lnTo>
                    <a:pt x="13" y="515"/>
                  </a:lnTo>
                  <a:lnTo>
                    <a:pt x="7" y="519"/>
                  </a:lnTo>
                  <a:lnTo>
                    <a:pt x="3" y="525"/>
                  </a:lnTo>
                  <a:lnTo>
                    <a:pt x="0" y="527"/>
                  </a:lnTo>
                  <a:lnTo>
                    <a:pt x="2" y="528"/>
                  </a:lnTo>
                  <a:lnTo>
                    <a:pt x="2" y="532"/>
                  </a:lnTo>
                  <a:lnTo>
                    <a:pt x="3" y="538"/>
                  </a:lnTo>
                  <a:lnTo>
                    <a:pt x="3" y="544"/>
                  </a:lnTo>
                  <a:lnTo>
                    <a:pt x="7" y="547"/>
                  </a:lnTo>
                  <a:lnTo>
                    <a:pt x="9" y="551"/>
                  </a:lnTo>
                  <a:lnTo>
                    <a:pt x="11" y="555"/>
                  </a:lnTo>
                  <a:lnTo>
                    <a:pt x="15" y="555"/>
                  </a:lnTo>
                  <a:lnTo>
                    <a:pt x="21" y="555"/>
                  </a:lnTo>
                  <a:lnTo>
                    <a:pt x="22" y="553"/>
                  </a:lnTo>
                  <a:lnTo>
                    <a:pt x="26" y="553"/>
                  </a:lnTo>
                  <a:lnTo>
                    <a:pt x="32" y="553"/>
                  </a:lnTo>
                  <a:lnTo>
                    <a:pt x="40" y="553"/>
                  </a:lnTo>
                  <a:lnTo>
                    <a:pt x="41" y="551"/>
                  </a:lnTo>
                  <a:lnTo>
                    <a:pt x="47" y="551"/>
                  </a:lnTo>
                  <a:lnTo>
                    <a:pt x="53" y="551"/>
                  </a:lnTo>
                  <a:lnTo>
                    <a:pt x="59" y="551"/>
                  </a:lnTo>
                  <a:lnTo>
                    <a:pt x="62" y="551"/>
                  </a:lnTo>
                  <a:lnTo>
                    <a:pt x="70" y="551"/>
                  </a:lnTo>
                  <a:lnTo>
                    <a:pt x="76" y="551"/>
                  </a:lnTo>
                  <a:lnTo>
                    <a:pt x="83" y="551"/>
                  </a:lnTo>
                  <a:lnTo>
                    <a:pt x="89" y="549"/>
                  </a:lnTo>
                  <a:lnTo>
                    <a:pt x="97" y="549"/>
                  </a:lnTo>
                  <a:lnTo>
                    <a:pt x="104" y="549"/>
                  </a:lnTo>
                  <a:lnTo>
                    <a:pt x="112" y="549"/>
                  </a:lnTo>
                  <a:lnTo>
                    <a:pt x="119" y="547"/>
                  </a:lnTo>
                  <a:lnTo>
                    <a:pt x="127" y="547"/>
                  </a:lnTo>
                  <a:lnTo>
                    <a:pt x="135" y="547"/>
                  </a:lnTo>
                  <a:lnTo>
                    <a:pt x="144" y="547"/>
                  </a:lnTo>
                  <a:lnTo>
                    <a:pt x="152" y="547"/>
                  </a:lnTo>
                  <a:lnTo>
                    <a:pt x="161" y="547"/>
                  </a:lnTo>
                  <a:lnTo>
                    <a:pt x="169" y="547"/>
                  </a:lnTo>
                  <a:lnTo>
                    <a:pt x="180" y="547"/>
                  </a:lnTo>
                  <a:lnTo>
                    <a:pt x="190" y="547"/>
                  </a:lnTo>
                  <a:lnTo>
                    <a:pt x="197" y="547"/>
                  </a:lnTo>
                  <a:lnTo>
                    <a:pt x="207" y="547"/>
                  </a:lnTo>
                  <a:lnTo>
                    <a:pt x="218" y="547"/>
                  </a:lnTo>
                  <a:lnTo>
                    <a:pt x="226" y="546"/>
                  </a:lnTo>
                  <a:lnTo>
                    <a:pt x="235" y="546"/>
                  </a:lnTo>
                  <a:lnTo>
                    <a:pt x="245" y="546"/>
                  </a:lnTo>
                  <a:lnTo>
                    <a:pt x="254" y="546"/>
                  </a:lnTo>
                  <a:lnTo>
                    <a:pt x="264" y="546"/>
                  </a:lnTo>
                  <a:lnTo>
                    <a:pt x="273" y="546"/>
                  </a:lnTo>
                  <a:lnTo>
                    <a:pt x="283" y="546"/>
                  </a:lnTo>
                  <a:lnTo>
                    <a:pt x="292" y="546"/>
                  </a:lnTo>
                  <a:lnTo>
                    <a:pt x="302" y="546"/>
                  </a:lnTo>
                  <a:lnTo>
                    <a:pt x="311" y="546"/>
                  </a:lnTo>
                  <a:lnTo>
                    <a:pt x="321" y="546"/>
                  </a:lnTo>
                  <a:lnTo>
                    <a:pt x="330" y="546"/>
                  </a:lnTo>
                  <a:lnTo>
                    <a:pt x="338" y="546"/>
                  </a:lnTo>
                  <a:lnTo>
                    <a:pt x="348" y="546"/>
                  </a:lnTo>
                  <a:lnTo>
                    <a:pt x="357" y="546"/>
                  </a:lnTo>
                  <a:lnTo>
                    <a:pt x="367" y="546"/>
                  </a:lnTo>
                  <a:lnTo>
                    <a:pt x="374" y="546"/>
                  </a:lnTo>
                  <a:lnTo>
                    <a:pt x="382" y="546"/>
                  </a:lnTo>
                  <a:lnTo>
                    <a:pt x="391" y="546"/>
                  </a:lnTo>
                  <a:lnTo>
                    <a:pt x="399" y="546"/>
                  </a:lnTo>
                  <a:lnTo>
                    <a:pt x="406" y="546"/>
                  </a:lnTo>
                  <a:lnTo>
                    <a:pt x="414" y="546"/>
                  </a:lnTo>
                  <a:lnTo>
                    <a:pt x="422" y="546"/>
                  </a:lnTo>
                  <a:lnTo>
                    <a:pt x="429" y="546"/>
                  </a:lnTo>
                  <a:lnTo>
                    <a:pt x="437" y="546"/>
                  </a:lnTo>
                  <a:lnTo>
                    <a:pt x="443" y="546"/>
                  </a:lnTo>
                  <a:lnTo>
                    <a:pt x="450" y="546"/>
                  </a:lnTo>
                  <a:lnTo>
                    <a:pt x="456" y="546"/>
                  </a:lnTo>
                  <a:lnTo>
                    <a:pt x="462" y="546"/>
                  </a:lnTo>
                  <a:lnTo>
                    <a:pt x="467" y="547"/>
                  </a:lnTo>
                  <a:lnTo>
                    <a:pt x="473" y="547"/>
                  </a:lnTo>
                  <a:lnTo>
                    <a:pt x="479" y="547"/>
                  </a:lnTo>
                  <a:lnTo>
                    <a:pt x="483" y="547"/>
                  </a:lnTo>
                  <a:lnTo>
                    <a:pt x="488" y="547"/>
                  </a:lnTo>
                  <a:lnTo>
                    <a:pt x="492" y="547"/>
                  </a:lnTo>
                  <a:lnTo>
                    <a:pt x="500" y="547"/>
                  </a:lnTo>
                  <a:lnTo>
                    <a:pt x="505" y="547"/>
                  </a:lnTo>
                  <a:lnTo>
                    <a:pt x="513" y="549"/>
                  </a:lnTo>
                  <a:lnTo>
                    <a:pt x="521" y="549"/>
                  </a:lnTo>
                  <a:lnTo>
                    <a:pt x="530" y="551"/>
                  </a:lnTo>
                  <a:lnTo>
                    <a:pt x="538" y="551"/>
                  </a:lnTo>
                  <a:lnTo>
                    <a:pt x="545" y="551"/>
                  </a:lnTo>
                  <a:lnTo>
                    <a:pt x="557" y="551"/>
                  </a:lnTo>
                  <a:lnTo>
                    <a:pt x="566" y="553"/>
                  </a:lnTo>
                  <a:lnTo>
                    <a:pt x="576" y="553"/>
                  </a:lnTo>
                  <a:lnTo>
                    <a:pt x="585" y="553"/>
                  </a:lnTo>
                  <a:lnTo>
                    <a:pt x="597" y="553"/>
                  </a:lnTo>
                  <a:lnTo>
                    <a:pt x="608" y="555"/>
                  </a:lnTo>
                  <a:lnTo>
                    <a:pt x="618" y="555"/>
                  </a:lnTo>
                  <a:lnTo>
                    <a:pt x="631" y="557"/>
                  </a:lnTo>
                  <a:lnTo>
                    <a:pt x="640" y="557"/>
                  </a:lnTo>
                  <a:lnTo>
                    <a:pt x="654" y="559"/>
                  </a:lnTo>
                  <a:lnTo>
                    <a:pt x="665" y="559"/>
                  </a:lnTo>
                  <a:lnTo>
                    <a:pt x="678" y="559"/>
                  </a:lnTo>
                  <a:lnTo>
                    <a:pt x="690" y="561"/>
                  </a:lnTo>
                  <a:lnTo>
                    <a:pt x="703" y="561"/>
                  </a:lnTo>
                  <a:lnTo>
                    <a:pt x="714" y="563"/>
                  </a:lnTo>
                  <a:lnTo>
                    <a:pt x="728" y="563"/>
                  </a:lnTo>
                  <a:lnTo>
                    <a:pt x="741" y="565"/>
                  </a:lnTo>
                  <a:lnTo>
                    <a:pt x="754" y="566"/>
                  </a:lnTo>
                  <a:lnTo>
                    <a:pt x="766" y="566"/>
                  </a:lnTo>
                  <a:lnTo>
                    <a:pt x="779" y="568"/>
                  </a:lnTo>
                  <a:lnTo>
                    <a:pt x="792" y="568"/>
                  </a:lnTo>
                  <a:lnTo>
                    <a:pt x="806" y="570"/>
                  </a:lnTo>
                  <a:lnTo>
                    <a:pt x="819" y="570"/>
                  </a:lnTo>
                  <a:lnTo>
                    <a:pt x="830" y="572"/>
                  </a:lnTo>
                  <a:lnTo>
                    <a:pt x="844" y="574"/>
                  </a:lnTo>
                  <a:lnTo>
                    <a:pt x="857" y="576"/>
                  </a:lnTo>
                  <a:lnTo>
                    <a:pt x="868" y="576"/>
                  </a:lnTo>
                  <a:lnTo>
                    <a:pt x="880" y="576"/>
                  </a:lnTo>
                  <a:lnTo>
                    <a:pt x="893" y="578"/>
                  </a:lnTo>
                  <a:lnTo>
                    <a:pt x="906" y="580"/>
                  </a:lnTo>
                  <a:lnTo>
                    <a:pt x="916" y="580"/>
                  </a:lnTo>
                  <a:lnTo>
                    <a:pt x="929" y="582"/>
                  </a:lnTo>
                  <a:lnTo>
                    <a:pt x="941" y="584"/>
                  </a:lnTo>
                  <a:lnTo>
                    <a:pt x="952" y="584"/>
                  </a:lnTo>
                  <a:lnTo>
                    <a:pt x="964" y="585"/>
                  </a:lnTo>
                  <a:lnTo>
                    <a:pt x="973" y="587"/>
                  </a:lnTo>
                  <a:lnTo>
                    <a:pt x="984" y="587"/>
                  </a:lnTo>
                  <a:lnTo>
                    <a:pt x="994" y="589"/>
                  </a:lnTo>
                  <a:lnTo>
                    <a:pt x="1003" y="589"/>
                  </a:lnTo>
                  <a:lnTo>
                    <a:pt x="1013" y="591"/>
                  </a:lnTo>
                  <a:lnTo>
                    <a:pt x="1021" y="593"/>
                  </a:lnTo>
                  <a:lnTo>
                    <a:pt x="1030" y="595"/>
                  </a:lnTo>
                  <a:lnTo>
                    <a:pt x="1038" y="595"/>
                  </a:lnTo>
                  <a:lnTo>
                    <a:pt x="1047" y="597"/>
                  </a:lnTo>
                  <a:lnTo>
                    <a:pt x="1055" y="597"/>
                  </a:lnTo>
                  <a:lnTo>
                    <a:pt x="1062" y="599"/>
                  </a:lnTo>
                  <a:lnTo>
                    <a:pt x="1068" y="601"/>
                  </a:lnTo>
                  <a:lnTo>
                    <a:pt x="1074" y="603"/>
                  </a:lnTo>
                  <a:lnTo>
                    <a:pt x="1078" y="603"/>
                  </a:lnTo>
                  <a:lnTo>
                    <a:pt x="1083" y="604"/>
                  </a:lnTo>
                  <a:lnTo>
                    <a:pt x="1087" y="604"/>
                  </a:lnTo>
                  <a:lnTo>
                    <a:pt x="1093" y="606"/>
                  </a:lnTo>
                  <a:lnTo>
                    <a:pt x="1095" y="608"/>
                  </a:lnTo>
                  <a:lnTo>
                    <a:pt x="1098" y="610"/>
                  </a:lnTo>
                  <a:lnTo>
                    <a:pt x="1098" y="608"/>
                  </a:lnTo>
                  <a:lnTo>
                    <a:pt x="1102" y="604"/>
                  </a:lnTo>
                  <a:lnTo>
                    <a:pt x="1106" y="601"/>
                  </a:lnTo>
                  <a:lnTo>
                    <a:pt x="1114" y="597"/>
                  </a:lnTo>
                  <a:lnTo>
                    <a:pt x="1117" y="591"/>
                  </a:lnTo>
                  <a:lnTo>
                    <a:pt x="1121" y="587"/>
                  </a:lnTo>
                  <a:lnTo>
                    <a:pt x="1127" y="584"/>
                  </a:lnTo>
                  <a:lnTo>
                    <a:pt x="1131" y="578"/>
                  </a:lnTo>
                  <a:lnTo>
                    <a:pt x="1137" y="572"/>
                  </a:lnTo>
                  <a:lnTo>
                    <a:pt x="1142" y="568"/>
                  </a:lnTo>
                  <a:lnTo>
                    <a:pt x="1148" y="561"/>
                  </a:lnTo>
                  <a:lnTo>
                    <a:pt x="1156" y="555"/>
                  </a:lnTo>
                  <a:lnTo>
                    <a:pt x="1157" y="549"/>
                  </a:lnTo>
                  <a:lnTo>
                    <a:pt x="1163" y="546"/>
                  </a:lnTo>
                  <a:lnTo>
                    <a:pt x="1167" y="540"/>
                  </a:lnTo>
                  <a:lnTo>
                    <a:pt x="1175" y="534"/>
                  </a:lnTo>
                  <a:lnTo>
                    <a:pt x="1182" y="527"/>
                  </a:lnTo>
                  <a:lnTo>
                    <a:pt x="1190" y="521"/>
                  </a:lnTo>
                  <a:lnTo>
                    <a:pt x="1194" y="517"/>
                  </a:lnTo>
                  <a:lnTo>
                    <a:pt x="1197" y="513"/>
                  </a:lnTo>
                  <a:lnTo>
                    <a:pt x="1203" y="509"/>
                  </a:lnTo>
                  <a:lnTo>
                    <a:pt x="1207" y="506"/>
                  </a:lnTo>
                  <a:lnTo>
                    <a:pt x="1213" y="500"/>
                  </a:lnTo>
                  <a:lnTo>
                    <a:pt x="1216" y="496"/>
                  </a:lnTo>
                  <a:lnTo>
                    <a:pt x="1220" y="492"/>
                  </a:lnTo>
                  <a:lnTo>
                    <a:pt x="1226" y="488"/>
                  </a:lnTo>
                  <a:lnTo>
                    <a:pt x="1232" y="483"/>
                  </a:lnTo>
                  <a:lnTo>
                    <a:pt x="1235" y="479"/>
                  </a:lnTo>
                  <a:lnTo>
                    <a:pt x="1241" y="475"/>
                  </a:lnTo>
                  <a:lnTo>
                    <a:pt x="1247" y="469"/>
                  </a:lnTo>
                  <a:lnTo>
                    <a:pt x="1252" y="466"/>
                  </a:lnTo>
                  <a:lnTo>
                    <a:pt x="1256" y="460"/>
                  </a:lnTo>
                  <a:lnTo>
                    <a:pt x="1264" y="454"/>
                  </a:lnTo>
                  <a:lnTo>
                    <a:pt x="1270" y="450"/>
                  </a:lnTo>
                  <a:lnTo>
                    <a:pt x="1273" y="447"/>
                  </a:lnTo>
                  <a:lnTo>
                    <a:pt x="1279" y="441"/>
                  </a:lnTo>
                  <a:lnTo>
                    <a:pt x="1285" y="437"/>
                  </a:lnTo>
                  <a:lnTo>
                    <a:pt x="1292" y="431"/>
                  </a:lnTo>
                  <a:lnTo>
                    <a:pt x="1296" y="428"/>
                  </a:lnTo>
                  <a:lnTo>
                    <a:pt x="1302" y="422"/>
                  </a:lnTo>
                  <a:lnTo>
                    <a:pt x="1306" y="418"/>
                  </a:lnTo>
                  <a:lnTo>
                    <a:pt x="1313" y="412"/>
                  </a:lnTo>
                  <a:lnTo>
                    <a:pt x="1317" y="409"/>
                  </a:lnTo>
                  <a:lnTo>
                    <a:pt x="1323" y="403"/>
                  </a:lnTo>
                  <a:lnTo>
                    <a:pt x="1327" y="399"/>
                  </a:lnTo>
                  <a:lnTo>
                    <a:pt x="1332" y="395"/>
                  </a:lnTo>
                  <a:lnTo>
                    <a:pt x="1336" y="390"/>
                  </a:lnTo>
                  <a:lnTo>
                    <a:pt x="1342" y="388"/>
                  </a:lnTo>
                  <a:lnTo>
                    <a:pt x="1348" y="382"/>
                  </a:lnTo>
                  <a:lnTo>
                    <a:pt x="1351" y="378"/>
                  </a:lnTo>
                  <a:lnTo>
                    <a:pt x="1361" y="371"/>
                  </a:lnTo>
                  <a:lnTo>
                    <a:pt x="1368" y="365"/>
                  </a:lnTo>
                  <a:lnTo>
                    <a:pt x="1376" y="357"/>
                  </a:lnTo>
                  <a:lnTo>
                    <a:pt x="1382" y="352"/>
                  </a:lnTo>
                  <a:lnTo>
                    <a:pt x="1387" y="348"/>
                  </a:lnTo>
                  <a:lnTo>
                    <a:pt x="1393" y="344"/>
                  </a:lnTo>
                  <a:lnTo>
                    <a:pt x="1401" y="338"/>
                  </a:lnTo>
                  <a:lnTo>
                    <a:pt x="1405" y="336"/>
                  </a:lnTo>
                  <a:lnTo>
                    <a:pt x="1403" y="338"/>
                  </a:lnTo>
                  <a:lnTo>
                    <a:pt x="1403" y="344"/>
                  </a:lnTo>
                  <a:lnTo>
                    <a:pt x="1403" y="348"/>
                  </a:lnTo>
                  <a:lnTo>
                    <a:pt x="1403" y="353"/>
                  </a:lnTo>
                  <a:lnTo>
                    <a:pt x="1401" y="359"/>
                  </a:lnTo>
                  <a:lnTo>
                    <a:pt x="1401" y="367"/>
                  </a:lnTo>
                  <a:lnTo>
                    <a:pt x="1401" y="374"/>
                  </a:lnTo>
                  <a:lnTo>
                    <a:pt x="1399" y="382"/>
                  </a:lnTo>
                  <a:lnTo>
                    <a:pt x="1399" y="392"/>
                  </a:lnTo>
                  <a:lnTo>
                    <a:pt x="1397" y="403"/>
                  </a:lnTo>
                  <a:lnTo>
                    <a:pt x="1397" y="412"/>
                  </a:lnTo>
                  <a:lnTo>
                    <a:pt x="1397" y="426"/>
                  </a:lnTo>
                  <a:lnTo>
                    <a:pt x="1395" y="437"/>
                  </a:lnTo>
                  <a:lnTo>
                    <a:pt x="1395" y="450"/>
                  </a:lnTo>
                  <a:lnTo>
                    <a:pt x="1393" y="462"/>
                  </a:lnTo>
                  <a:lnTo>
                    <a:pt x="1393" y="477"/>
                  </a:lnTo>
                  <a:lnTo>
                    <a:pt x="1391" y="490"/>
                  </a:lnTo>
                  <a:lnTo>
                    <a:pt x="1391" y="506"/>
                  </a:lnTo>
                  <a:lnTo>
                    <a:pt x="1389" y="521"/>
                  </a:lnTo>
                  <a:lnTo>
                    <a:pt x="1389" y="538"/>
                  </a:lnTo>
                  <a:lnTo>
                    <a:pt x="1387" y="553"/>
                  </a:lnTo>
                  <a:lnTo>
                    <a:pt x="1387" y="570"/>
                  </a:lnTo>
                  <a:lnTo>
                    <a:pt x="1386" y="587"/>
                  </a:lnTo>
                  <a:lnTo>
                    <a:pt x="1386" y="604"/>
                  </a:lnTo>
                  <a:lnTo>
                    <a:pt x="1384" y="622"/>
                  </a:lnTo>
                  <a:lnTo>
                    <a:pt x="1384" y="641"/>
                  </a:lnTo>
                  <a:lnTo>
                    <a:pt x="1382" y="658"/>
                  </a:lnTo>
                  <a:lnTo>
                    <a:pt x="1382" y="677"/>
                  </a:lnTo>
                  <a:lnTo>
                    <a:pt x="1380" y="696"/>
                  </a:lnTo>
                  <a:lnTo>
                    <a:pt x="1380" y="715"/>
                  </a:lnTo>
                  <a:lnTo>
                    <a:pt x="1378" y="734"/>
                  </a:lnTo>
                  <a:lnTo>
                    <a:pt x="1378" y="753"/>
                  </a:lnTo>
                  <a:lnTo>
                    <a:pt x="1376" y="770"/>
                  </a:lnTo>
                  <a:lnTo>
                    <a:pt x="1376" y="791"/>
                  </a:lnTo>
                  <a:lnTo>
                    <a:pt x="1374" y="808"/>
                  </a:lnTo>
                  <a:lnTo>
                    <a:pt x="1374" y="827"/>
                  </a:lnTo>
                  <a:lnTo>
                    <a:pt x="1372" y="848"/>
                  </a:lnTo>
                  <a:lnTo>
                    <a:pt x="1372" y="867"/>
                  </a:lnTo>
                  <a:lnTo>
                    <a:pt x="1370" y="884"/>
                  </a:lnTo>
                  <a:lnTo>
                    <a:pt x="1370" y="903"/>
                  </a:lnTo>
                  <a:lnTo>
                    <a:pt x="1370" y="922"/>
                  </a:lnTo>
                  <a:lnTo>
                    <a:pt x="1370" y="941"/>
                  </a:lnTo>
                  <a:lnTo>
                    <a:pt x="1368" y="958"/>
                  </a:lnTo>
                  <a:lnTo>
                    <a:pt x="1368" y="977"/>
                  </a:lnTo>
                  <a:lnTo>
                    <a:pt x="1368" y="994"/>
                  </a:lnTo>
                  <a:lnTo>
                    <a:pt x="1368" y="1013"/>
                  </a:lnTo>
                  <a:lnTo>
                    <a:pt x="1367" y="1028"/>
                  </a:lnTo>
                  <a:lnTo>
                    <a:pt x="1367" y="1046"/>
                  </a:lnTo>
                  <a:lnTo>
                    <a:pt x="1367" y="1063"/>
                  </a:lnTo>
                  <a:lnTo>
                    <a:pt x="1367" y="1078"/>
                  </a:lnTo>
                  <a:lnTo>
                    <a:pt x="1367" y="1093"/>
                  </a:lnTo>
                  <a:lnTo>
                    <a:pt x="1367" y="1108"/>
                  </a:lnTo>
                  <a:lnTo>
                    <a:pt x="1367" y="1124"/>
                  </a:lnTo>
                  <a:lnTo>
                    <a:pt x="1367" y="1139"/>
                  </a:lnTo>
                  <a:lnTo>
                    <a:pt x="1367" y="1150"/>
                  </a:lnTo>
                  <a:lnTo>
                    <a:pt x="1367" y="1165"/>
                  </a:lnTo>
                  <a:lnTo>
                    <a:pt x="1367" y="1177"/>
                  </a:lnTo>
                  <a:lnTo>
                    <a:pt x="1368" y="1188"/>
                  </a:lnTo>
                  <a:lnTo>
                    <a:pt x="1368" y="1200"/>
                  </a:lnTo>
                  <a:lnTo>
                    <a:pt x="1368" y="1209"/>
                  </a:lnTo>
                  <a:lnTo>
                    <a:pt x="1370" y="1219"/>
                  </a:lnTo>
                  <a:lnTo>
                    <a:pt x="1370" y="1228"/>
                  </a:lnTo>
                  <a:lnTo>
                    <a:pt x="1370" y="1236"/>
                  </a:lnTo>
                  <a:lnTo>
                    <a:pt x="1372" y="1243"/>
                  </a:lnTo>
                  <a:lnTo>
                    <a:pt x="1372" y="1251"/>
                  </a:lnTo>
                  <a:lnTo>
                    <a:pt x="1372" y="1259"/>
                  </a:lnTo>
                  <a:lnTo>
                    <a:pt x="1372" y="1266"/>
                  </a:lnTo>
                  <a:lnTo>
                    <a:pt x="1374" y="1274"/>
                  </a:lnTo>
                  <a:lnTo>
                    <a:pt x="1374" y="1279"/>
                  </a:lnTo>
                  <a:lnTo>
                    <a:pt x="1376" y="1287"/>
                  </a:lnTo>
                  <a:lnTo>
                    <a:pt x="1376" y="1295"/>
                  </a:lnTo>
                  <a:lnTo>
                    <a:pt x="1376" y="1300"/>
                  </a:lnTo>
                  <a:lnTo>
                    <a:pt x="1376" y="1306"/>
                  </a:lnTo>
                  <a:lnTo>
                    <a:pt x="1376" y="1312"/>
                  </a:lnTo>
                  <a:lnTo>
                    <a:pt x="1376" y="1316"/>
                  </a:lnTo>
                  <a:lnTo>
                    <a:pt x="1376" y="1323"/>
                  </a:lnTo>
                  <a:lnTo>
                    <a:pt x="1376" y="1327"/>
                  </a:lnTo>
                  <a:lnTo>
                    <a:pt x="1378" y="1333"/>
                  </a:lnTo>
                  <a:lnTo>
                    <a:pt x="1378" y="1338"/>
                  </a:lnTo>
                  <a:lnTo>
                    <a:pt x="1378" y="1342"/>
                  </a:lnTo>
                  <a:lnTo>
                    <a:pt x="1378" y="1346"/>
                  </a:lnTo>
                  <a:lnTo>
                    <a:pt x="1378" y="1352"/>
                  </a:lnTo>
                  <a:lnTo>
                    <a:pt x="1378" y="1359"/>
                  </a:lnTo>
                  <a:lnTo>
                    <a:pt x="1378" y="1367"/>
                  </a:lnTo>
                  <a:lnTo>
                    <a:pt x="1378" y="1373"/>
                  </a:lnTo>
                  <a:lnTo>
                    <a:pt x="1378" y="1380"/>
                  </a:lnTo>
                  <a:lnTo>
                    <a:pt x="1378" y="1384"/>
                  </a:lnTo>
                  <a:lnTo>
                    <a:pt x="1380" y="1390"/>
                  </a:lnTo>
                  <a:lnTo>
                    <a:pt x="1378" y="1397"/>
                  </a:lnTo>
                  <a:lnTo>
                    <a:pt x="1378" y="1405"/>
                  </a:lnTo>
                  <a:lnTo>
                    <a:pt x="1378" y="1409"/>
                  </a:lnTo>
                  <a:lnTo>
                    <a:pt x="1378" y="1414"/>
                  </a:lnTo>
                  <a:lnTo>
                    <a:pt x="1378" y="1416"/>
                  </a:lnTo>
                  <a:lnTo>
                    <a:pt x="1378" y="1418"/>
                  </a:lnTo>
                  <a:lnTo>
                    <a:pt x="1380" y="1418"/>
                  </a:lnTo>
                  <a:lnTo>
                    <a:pt x="1384" y="1420"/>
                  </a:lnTo>
                  <a:lnTo>
                    <a:pt x="1391" y="1422"/>
                  </a:lnTo>
                  <a:lnTo>
                    <a:pt x="1399" y="1424"/>
                  </a:lnTo>
                  <a:lnTo>
                    <a:pt x="1405" y="1424"/>
                  </a:lnTo>
                  <a:lnTo>
                    <a:pt x="1412" y="1424"/>
                  </a:lnTo>
                  <a:lnTo>
                    <a:pt x="1414" y="1422"/>
                  </a:lnTo>
                  <a:lnTo>
                    <a:pt x="1414" y="1418"/>
                  </a:lnTo>
                  <a:lnTo>
                    <a:pt x="1412" y="1414"/>
                  </a:lnTo>
                  <a:lnTo>
                    <a:pt x="1412" y="1409"/>
                  </a:lnTo>
                  <a:lnTo>
                    <a:pt x="1412" y="1401"/>
                  </a:lnTo>
                  <a:lnTo>
                    <a:pt x="1412" y="1397"/>
                  </a:lnTo>
                  <a:lnTo>
                    <a:pt x="1410" y="1390"/>
                  </a:lnTo>
                  <a:lnTo>
                    <a:pt x="1410" y="1384"/>
                  </a:lnTo>
                  <a:lnTo>
                    <a:pt x="1408" y="1375"/>
                  </a:lnTo>
                  <a:lnTo>
                    <a:pt x="1408" y="1367"/>
                  </a:lnTo>
                  <a:lnTo>
                    <a:pt x="1406" y="1355"/>
                  </a:lnTo>
                  <a:lnTo>
                    <a:pt x="1406" y="1346"/>
                  </a:lnTo>
                  <a:lnTo>
                    <a:pt x="1406" y="1336"/>
                  </a:lnTo>
                  <a:lnTo>
                    <a:pt x="1405" y="1323"/>
                  </a:lnTo>
                  <a:lnTo>
                    <a:pt x="1405" y="1312"/>
                  </a:lnTo>
                  <a:lnTo>
                    <a:pt x="1405" y="1300"/>
                  </a:lnTo>
                  <a:lnTo>
                    <a:pt x="1403" y="1285"/>
                  </a:lnTo>
                  <a:lnTo>
                    <a:pt x="1403" y="1272"/>
                  </a:lnTo>
                  <a:lnTo>
                    <a:pt x="1401" y="1257"/>
                  </a:lnTo>
                  <a:lnTo>
                    <a:pt x="1401" y="1241"/>
                  </a:lnTo>
                  <a:lnTo>
                    <a:pt x="1401" y="1226"/>
                  </a:lnTo>
                  <a:lnTo>
                    <a:pt x="1399" y="1209"/>
                  </a:lnTo>
                  <a:lnTo>
                    <a:pt x="1399" y="1194"/>
                  </a:lnTo>
                  <a:lnTo>
                    <a:pt x="1399" y="1177"/>
                  </a:lnTo>
                  <a:lnTo>
                    <a:pt x="1397" y="1158"/>
                  </a:lnTo>
                  <a:lnTo>
                    <a:pt x="1397" y="1141"/>
                  </a:lnTo>
                  <a:lnTo>
                    <a:pt x="1397" y="1122"/>
                  </a:lnTo>
                  <a:lnTo>
                    <a:pt x="1397" y="1103"/>
                  </a:lnTo>
                  <a:lnTo>
                    <a:pt x="1395" y="1084"/>
                  </a:lnTo>
                  <a:lnTo>
                    <a:pt x="1395" y="1065"/>
                  </a:lnTo>
                  <a:lnTo>
                    <a:pt x="1395" y="1046"/>
                  </a:lnTo>
                  <a:lnTo>
                    <a:pt x="1395" y="1027"/>
                  </a:lnTo>
                  <a:lnTo>
                    <a:pt x="1395" y="1006"/>
                  </a:lnTo>
                  <a:lnTo>
                    <a:pt x="1395" y="985"/>
                  </a:lnTo>
                  <a:lnTo>
                    <a:pt x="1393" y="964"/>
                  </a:lnTo>
                  <a:lnTo>
                    <a:pt x="1393" y="943"/>
                  </a:lnTo>
                  <a:lnTo>
                    <a:pt x="1393" y="920"/>
                  </a:lnTo>
                  <a:lnTo>
                    <a:pt x="1393" y="899"/>
                  </a:lnTo>
                  <a:lnTo>
                    <a:pt x="1393" y="878"/>
                  </a:lnTo>
                  <a:lnTo>
                    <a:pt x="1395" y="857"/>
                  </a:lnTo>
                  <a:lnTo>
                    <a:pt x="1395" y="835"/>
                  </a:lnTo>
                  <a:lnTo>
                    <a:pt x="1395" y="814"/>
                  </a:lnTo>
                  <a:lnTo>
                    <a:pt x="1395" y="791"/>
                  </a:lnTo>
                  <a:lnTo>
                    <a:pt x="1397" y="770"/>
                  </a:lnTo>
                  <a:lnTo>
                    <a:pt x="1397" y="747"/>
                  </a:lnTo>
                  <a:lnTo>
                    <a:pt x="1397" y="726"/>
                  </a:lnTo>
                  <a:lnTo>
                    <a:pt x="1399" y="703"/>
                  </a:lnTo>
                  <a:lnTo>
                    <a:pt x="1401" y="682"/>
                  </a:lnTo>
                  <a:lnTo>
                    <a:pt x="1401" y="660"/>
                  </a:lnTo>
                  <a:lnTo>
                    <a:pt x="1403" y="639"/>
                  </a:lnTo>
                  <a:lnTo>
                    <a:pt x="1403" y="616"/>
                  </a:lnTo>
                  <a:lnTo>
                    <a:pt x="1405" y="595"/>
                  </a:lnTo>
                  <a:lnTo>
                    <a:pt x="1406" y="574"/>
                  </a:lnTo>
                  <a:lnTo>
                    <a:pt x="1408" y="553"/>
                  </a:lnTo>
                  <a:lnTo>
                    <a:pt x="1410" y="532"/>
                  </a:lnTo>
                  <a:lnTo>
                    <a:pt x="1412" y="511"/>
                  </a:lnTo>
                  <a:lnTo>
                    <a:pt x="1414" y="490"/>
                  </a:lnTo>
                  <a:lnTo>
                    <a:pt x="1418" y="469"/>
                  </a:lnTo>
                  <a:lnTo>
                    <a:pt x="1420" y="450"/>
                  </a:lnTo>
                  <a:lnTo>
                    <a:pt x="1424" y="431"/>
                  </a:lnTo>
                  <a:lnTo>
                    <a:pt x="1425" y="411"/>
                  </a:lnTo>
                  <a:lnTo>
                    <a:pt x="1429" y="393"/>
                  </a:lnTo>
                  <a:lnTo>
                    <a:pt x="1433" y="374"/>
                  </a:lnTo>
                  <a:lnTo>
                    <a:pt x="1437" y="357"/>
                  </a:lnTo>
                  <a:lnTo>
                    <a:pt x="1443" y="357"/>
                  </a:lnTo>
                  <a:lnTo>
                    <a:pt x="1444" y="357"/>
                  </a:lnTo>
                  <a:lnTo>
                    <a:pt x="1450" y="359"/>
                  </a:lnTo>
                  <a:lnTo>
                    <a:pt x="1454" y="359"/>
                  </a:lnTo>
                  <a:lnTo>
                    <a:pt x="1462" y="361"/>
                  </a:lnTo>
                  <a:lnTo>
                    <a:pt x="1465" y="361"/>
                  </a:lnTo>
                  <a:lnTo>
                    <a:pt x="1471" y="363"/>
                  </a:lnTo>
                  <a:lnTo>
                    <a:pt x="1479" y="365"/>
                  </a:lnTo>
                  <a:lnTo>
                    <a:pt x="1486" y="367"/>
                  </a:lnTo>
                  <a:lnTo>
                    <a:pt x="1494" y="369"/>
                  </a:lnTo>
                  <a:lnTo>
                    <a:pt x="1502" y="371"/>
                  </a:lnTo>
                  <a:lnTo>
                    <a:pt x="1509" y="373"/>
                  </a:lnTo>
                  <a:lnTo>
                    <a:pt x="1519" y="374"/>
                  </a:lnTo>
                  <a:lnTo>
                    <a:pt x="1526" y="376"/>
                  </a:lnTo>
                  <a:lnTo>
                    <a:pt x="1534" y="378"/>
                  </a:lnTo>
                  <a:lnTo>
                    <a:pt x="1541" y="380"/>
                  </a:lnTo>
                  <a:lnTo>
                    <a:pt x="1551" y="382"/>
                  </a:lnTo>
                  <a:lnTo>
                    <a:pt x="1559" y="384"/>
                  </a:lnTo>
                  <a:lnTo>
                    <a:pt x="1566" y="386"/>
                  </a:lnTo>
                  <a:lnTo>
                    <a:pt x="1576" y="388"/>
                  </a:lnTo>
                  <a:lnTo>
                    <a:pt x="1583" y="392"/>
                  </a:lnTo>
                  <a:lnTo>
                    <a:pt x="1591" y="393"/>
                  </a:lnTo>
                  <a:lnTo>
                    <a:pt x="1598" y="395"/>
                  </a:lnTo>
                  <a:lnTo>
                    <a:pt x="1604" y="397"/>
                  </a:lnTo>
                  <a:lnTo>
                    <a:pt x="1612" y="399"/>
                  </a:lnTo>
                  <a:lnTo>
                    <a:pt x="1617" y="401"/>
                  </a:lnTo>
                  <a:lnTo>
                    <a:pt x="1623" y="403"/>
                  </a:lnTo>
                  <a:lnTo>
                    <a:pt x="1627" y="407"/>
                  </a:lnTo>
                  <a:lnTo>
                    <a:pt x="1633" y="409"/>
                  </a:lnTo>
                  <a:lnTo>
                    <a:pt x="1637" y="411"/>
                  </a:lnTo>
                  <a:lnTo>
                    <a:pt x="1640" y="412"/>
                  </a:lnTo>
                  <a:lnTo>
                    <a:pt x="1646" y="416"/>
                  </a:lnTo>
                  <a:lnTo>
                    <a:pt x="1652" y="418"/>
                  </a:lnTo>
                  <a:lnTo>
                    <a:pt x="1656" y="422"/>
                  </a:lnTo>
                  <a:lnTo>
                    <a:pt x="1661" y="426"/>
                  </a:lnTo>
                  <a:lnTo>
                    <a:pt x="1669" y="430"/>
                  </a:lnTo>
                  <a:lnTo>
                    <a:pt x="1675" y="433"/>
                  </a:lnTo>
                  <a:lnTo>
                    <a:pt x="1680" y="437"/>
                  </a:lnTo>
                  <a:lnTo>
                    <a:pt x="1688" y="441"/>
                  </a:lnTo>
                  <a:lnTo>
                    <a:pt x="1694" y="447"/>
                  </a:lnTo>
                  <a:lnTo>
                    <a:pt x="1699" y="450"/>
                  </a:lnTo>
                  <a:lnTo>
                    <a:pt x="1705" y="454"/>
                  </a:lnTo>
                  <a:lnTo>
                    <a:pt x="1713" y="460"/>
                  </a:lnTo>
                  <a:lnTo>
                    <a:pt x="1718" y="464"/>
                  </a:lnTo>
                  <a:lnTo>
                    <a:pt x="1726" y="469"/>
                  </a:lnTo>
                  <a:lnTo>
                    <a:pt x="1732" y="473"/>
                  </a:lnTo>
                  <a:lnTo>
                    <a:pt x="1737" y="477"/>
                  </a:lnTo>
                  <a:lnTo>
                    <a:pt x="1743" y="481"/>
                  </a:lnTo>
                  <a:lnTo>
                    <a:pt x="1751" y="485"/>
                  </a:lnTo>
                  <a:lnTo>
                    <a:pt x="1756" y="488"/>
                  </a:lnTo>
                  <a:lnTo>
                    <a:pt x="1762" y="492"/>
                  </a:lnTo>
                  <a:lnTo>
                    <a:pt x="1768" y="496"/>
                  </a:lnTo>
                  <a:lnTo>
                    <a:pt x="1773" y="498"/>
                  </a:lnTo>
                  <a:lnTo>
                    <a:pt x="1777" y="500"/>
                  </a:lnTo>
                  <a:lnTo>
                    <a:pt x="1781" y="504"/>
                  </a:lnTo>
                  <a:lnTo>
                    <a:pt x="1787" y="504"/>
                  </a:lnTo>
                  <a:lnTo>
                    <a:pt x="1790" y="508"/>
                  </a:lnTo>
                  <a:lnTo>
                    <a:pt x="1798" y="509"/>
                  </a:lnTo>
                  <a:lnTo>
                    <a:pt x="1804" y="509"/>
                  </a:lnTo>
                  <a:lnTo>
                    <a:pt x="1806" y="508"/>
                  </a:lnTo>
                  <a:lnTo>
                    <a:pt x="1810" y="506"/>
                  </a:lnTo>
                  <a:lnTo>
                    <a:pt x="1813" y="502"/>
                  </a:lnTo>
                  <a:lnTo>
                    <a:pt x="1819" y="500"/>
                  </a:lnTo>
                  <a:lnTo>
                    <a:pt x="1825" y="496"/>
                  </a:lnTo>
                  <a:lnTo>
                    <a:pt x="1832" y="492"/>
                  </a:lnTo>
                  <a:lnTo>
                    <a:pt x="1838" y="487"/>
                  </a:lnTo>
                  <a:lnTo>
                    <a:pt x="1846" y="483"/>
                  </a:lnTo>
                  <a:lnTo>
                    <a:pt x="1853" y="477"/>
                  </a:lnTo>
                  <a:lnTo>
                    <a:pt x="1863" y="471"/>
                  </a:lnTo>
                  <a:lnTo>
                    <a:pt x="1868" y="468"/>
                  </a:lnTo>
                  <a:lnTo>
                    <a:pt x="1872" y="466"/>
                  </a:lnTo>
                  <a:lnTo>
                    <a:pt x="1878" y="462"/>
                  </a:lnTo>
                  <a:lnTo>
                    <a:pt x="1882" y="460"/>
                  </a:lnTo>
                  <a:lnTo>
                    <a:pt x="1887" y="456"/>
                  </a:lnTo>
                  <a:lnTo>
                    <a:pt x="1891" y="452"/>
                  </a:lnTo>
                  <a:lnTo>
                    <a:pt x="1897" y="449"/>
                  </a:lnTo>
                  <a:lnTo>
                    <a:pt x="1903" y="447"/>
                  </a:lnTo>
                  <a:lnTo>
                    <a:pt x="1906" y="443"/>
                  </a:lnTo>
                  <a:lnTo>
                    <a:pt x="1912" y="439"/>
                  </a:lnTo>
                  <a:lnTo>
                    <a:pt x="1918" y="437"/>
                  </a:lnTo>
                  <a:lnTo>
                    <a:pt x="1924" y="433"/>
                  </a:lnTo>
                  <a:lnTo>
                    <a:pt x="1929" y="430"/>
                  </a:lnTo>
                  <a:lnTo>
                    <a:pt x="1933" y="426"/>
                  </a:lnTo>
                  <a:lnTo>
                    <a:pt x="1939" y="424"/>
                  </a:lnTo>
                  <a:lnTo>
                    <a:pt x="1944" y="420"/>
                  </a:lnTo>
                  <a:lnTo>
                    <a:pt x="1948" y="416"/>
                  </a:lnTo>
                  <a:lnTo>
                    <a:pt x="1954" y="412"/>
                  </a:lnTo>
                  <a:lnTo>
                    <a:pt x="1960" y="409"/>
                  </a:lnTo>
                  <a:lnTo>
                    <a:pt x="1965" y="407"/>
                  </a:lnTo>
                  <a:lnTo>
                    <a:pt x="1971" y="403"/>
                  </a:lnTo>
                  <a:lnTo>
                    <a:pt x="1975" y="399"/>
                  </a:lnTo>
                  <a:lnTo>
                    <a:pt x="1981" y="395"/>
                  </a:lnTo>
                  <a:lnTo>
                    <a:pt x="1986" y="393"/>
                  </a:lnTo>
                  <a:lnTo>
                    <a:pt x="1990" y="390"/>
                  </a:lnTo>
                  <a:lnTo>
                    <a:pt x="1996" y="388"/>
                  </a:lnTo>
                  <a:lnTo>
                    <a:pt x="2002" y="384"/>
                  </a:lnTo>
                  <a:lnTo>
                    <a:pt x="2005" y="382"/>
                  </a:lnTo>
                  <a:lnTo>
                    <a:pt x="2015" y="376"/>
                  </a:lnTo>
                  <a:lnTo>
                    <a:pt x="2024" y="371"/>
                  </a:lnTo>
                  <a:lnTo>
                    <a:pt x="2032" y="367"/>
                  </a:lnTo>
                  <a:lnTo>
                    <a:pt x="2041" y="361"/>
                  </a:lnTo>
                  <a:lnTo>
                    <a:pt x="2047" y="357"/>
                  </a:lnTo>
                  <a:lnTo>
                    <a:pt x="2055" y="353"/>
                  </a:lnTo>
                  <a:lnTo>
                    <a:pt x="2060" y="352"/>
                  </a:lnTo>
                  <a:lnTo>
                    <a:pt x="2068" y="350"/>
                  </a:lnTo>
                  <a:lnTo>
                    <a:pt x="2074" y="348"/>
                  </a:lnTo>
                  <a:lnTo>
                    <a:pt x="2079" y="344"/>
                  </a:lnTo>
                  <a:lnTo>
                    <a:pt x="2087" y="340"/>
                  </a:lnTo>
                  <a:lnTo>
                    <a:pt x="2097" y="338"/>
                  </a:lnTo>
                  <a:lnTo>
                    <a:pt x="2100" y="334"/>
                  </a:lnTo>
                  <a:lnTo>
                    <a:pt x="2104" y="333"/>
                  </a:lnTo>
                  <a:lnTo>
                    <a:pt x="2110" y="331"/>
                  </a:lnTo>
                  <a:lnTo>
                    <a:pt x="2116" y="329"/>
                  </a:lnTo>
                  <a:lnTo>
                    <a:pt x="2121" y="325"/>
                  </a:lnTo>
                  <a:lnTo>
                    <a:pt x="2125" y="323"/>
                  </a:lnTo>
                  <a:lnTo>
                    <a:pt x="2131" y="321"/>
                  </a:lnTo>
                  <a:lnTo>
                    <a:pt x="2138" y="317"/>
                  </a:lnTo>
                  <a:lnTo>
                    <a:pt x="2142" y="315"/>
                  </a:lnTo>
                  <a:lnTo>
                    <a:pt x="2148" y="312"/>
                  </a:lnTo>
                  <a:lnTo>
                    <a:pt x="2154" y="310"/>
                  </a:lnTo>
                  <a:lnTo>
                    <a:pt x="2159" y="306"/>
                  </a:lnTo>
                  <a:lnTo>
                    <a:pt x="2167" y="302"/>
                  </a:lnTo>
                  <a:lnTo>
                    <a:pt x="2173" y="300"/>
                  </a:lnTo>
                  <a:lnTo>
                    <a:pt x="2178" y="296"/>
                  </a:lnTo>
                  <a:lnTo>
                    <a:pt x="2186" y="295"/>
                  </a:lnTo>
                  <a:lnTo>
                    <a:pt x="2192" y="291"/>
                  </a:lnTo>
                  <a:lnTo>
                    <a:pt x="2197" y="289"/>
                  </a:lnTo>
                  <a:lnTo>
                    <a:pt x="2203" y="285"/>
                  </a:lnTo>
                  <a:lnTo>
                    <a:pt x="2211" y="281"/>
                  </a:lnTo>
                  <a:lnTo>
                    <a:pt x="2216" y="279"/>
                  </a:lnTo>
                  <a:lnTo>
                    <a:pt x="2224" y="276"/>
                  </a:lnTo>
                  <a:lnTo>
                    <a:pt x="2230" y="272"/>
                  </a:lnTo>
                  <a:lnTo>
                    <a:pt x="2237" y="270"/>
                  </a:lnTo>
                  <a:lnTo>
                    <a:pt x="2243" y="266"/>
                  </a:lnTo>
                  <a:lnTo>
                    <a:pt x="2249" y="262"/>
                  </a:lnTo>
                  <a:lnTo>
                    <a:pt x="2254" y="260"/>
                  </a:lnTo>
                  <a:lnTo>
                    <a:pt x="2260" y="257"/>
                  </a:lnTo>
                  <a:lnTo>
                    <a:pt x="2266" y="253"/>
                  </a:lnTo>
                  <a:lnTo>
                    <a:pt x="2273" y="251"/>
                  </a:lnTo>
                  <a:lnTo>
                    <a:pt x="2277" y="247"/>
                  </a:lnTo>
                  <a:lnTo>
                    <a:pt x="2285" y="245"/>
                  </a:lnTo>
                  <a:lnTo>
                    <a:pt x="2289" y="241"/>
                  </a:lnTo>
                  <a:lnTo>
                    <a:pt x="2294" y="238"/>
                  </a:lnTo>
                  <a:lnTo>
                    <a:pt x="2300" y="236"/>
                  </a:lnTo>
                  <a:lnTo>
                    <a:pt x="2306" y="232"/>
                  </a:lnTo>
                  <a:lnTo>
                    <a:pt x="2311" y="230"/>
                  </a:lnTo>
                  <a:lnTo>
                    <a:pt x="2317" y="228"/>
                  </a:lnTo>
                  <a:lnTo>
                    <a:pt x="2321" y="224"/>
                  </a:lnTo>
                  <a:lnTo>
                    <a:pt x="2327" y="222"/>
                  </a:lnTo>
                  <a:lnTo>
                    <a:pt x="2334" y="217"/>
                  </a:lnTo>
                  <a:lnTo>
                    <a:pt x="2342" y="213"/>
                  </a:lnTo>
                  <a:lnTo>
                    <a:pt x="2349" y="209"/>
                  </a:lnTo>
                  <a:lnTo>
                    <a:pt x="2355" y="205"/>
                  </a:lnTo>
                  <a:lnTo>
                    <a:pt x="2361" y="201"/>
                  </a:lnTo>
                  <a:lnTo>
                    <a:pt x="2365" y="199"/>
                  </a:lnTo>
                  <a:lnTo>
                    <a:pt x="2368" y="198"/>
                  </a:lnTo>
                  <a:lnTo>
                    <a:pt x="2370" y="198"/>
                  </a:lnTo>
                  <a:lnTo>
                    <a:pt x="2372" y="192"/>
                  </a:lnTo>
                  <a:lnTo>
                    <a:pt x="2376" y="188"/>
                  </a:lnTo>
                  <a:lnTo>
                    <a:pt x="2378" y="182"/>
                  </a:lnTo>
                  <a:lnTo>
                    <a:pt x="2380" y="177"/>
                  </a:lnTo>
                  <a:lnTo>
                    <a:pt x="2380" y="173"/>
                  </a:lnTo>
                  <a:lnTo>
                    <a:pt x="2380" y="167"/>
                  </a:lnTo>
                  <a:lnTo>
                    <a:pt x="2380" y="165"/>
                  </a:lnTo>
                  <a:lnTo>
                    <a:pt x="2382" y="165"/>
                  </a:lnTo>
                  <a:lnTo>
                    <a:pt x="2380" y="165"/>
                  </a:lnTo>
                  <a:lnTo>
                    <a:pt x="2378" y="167"/>
                  </a:lnTo>
                  <a:lnTo>
                    <a:pt x="2372" y="171"/>
                  </a:lnTo>
                  <a:lnTo>
                    <a:pt x="2367" y="175"/>
                  </a:lnTo>
                  <a:lnTo>
                    <a:pt x="2363" y="179"/>
                  </a:lnTo>
                  <a:lnTo>
                    <a:pt x="2359" y="180"/>
                  </a:lnTo>
                  <a:lnTo>
                    <a:pt x="2353" y="184"/>
                  </a:lnTo>
                  <a:lnTo>
                    <a:pt x="2349" y="188"/>
                  </a:lnTo>
                  <a:lnTo>
                    <a:pt x="2344" y="192"/>
                  </a:lnTo>
                  <a:lnTo>
                    <a:pt x="2338" y="196"/>
                  </a:lnTo>
                  <a:lnTo>
                    <a:pt x="2332" y="199"/>
                  </a:lnTo>
                  <a:lnTo>
                    <a:pt x="2327" y="203"/>
                  </a:lnTo>
                  <a:lnTo>
                    <a:pt x="2323" y="205"/>
                  </a:lnTo>
                  <a:lnTo>
                    <a:pt x="2317" y="209"/>
                  </a:lnTo>
                  <a:lnTo>
                    <a:pt x="2311" y="211"/>
                  </a:lnTo>
                  <a:lnTo>
                    <a:pt x="2306" y="215"/>
                  </a:lnTo>
                  <a:lnTo>
                    <a:pt x="2296" y="217"/>
                  </a:lnTo>
                  <a:lnTo>
                    <a:pt x="2289" y="222"/>
                  </a:lnTo>
                  <a:lnTo>
                    <a:pt x="2281" y="226"/>
                  </a:lnTo>
                  <a:lnTo>
                    <a:pt x="2271" y="230"/>
                  </a:lnTo>
                  <a:lnTo>
                    <a:pt x="2266" y="232"/>
                  </a:lnTo>
                  <a:lnTo>
                    <a:pt x="2262" y="236"/>
                  </a:lnTo>
                  <a:lnTo>
                    <a:pt x="2256" y="238"/>
                  </a:lnTo>
                  <a:lnTo>
                    <a:pt x="2252" y="239"/>
                  </a:lnTo>
                  <a:lnTo>
                    <a:pt x="2245" y="241"/>
                  </a:lnTo>
                  <a:lnTo>
                    <a:pt x="2241" y="245"/>
                  </a:lnTo>
                  <a:lnTo>
                    <a:pt x="2235" y="247"/>
                  </a:lnTo>
                  <a:lnTo>
                    <a:pt x="2230" y="249"/>
                  </a:lnTo>
                  <a:lnTo>
                    <a:pt x="2224" y="253"/>
                  </a:lnTo>
                  <a:lnTo>
                    <a:pt x="2218" y="255"/>
                  </a:lnTo>
                  <a:lnTo>
                    <a:pt x="2213" y="257"/>
                  </a:lnTo>
                  <a:lnTo>
                    <a:pt x="2207" y="260"/>
                  </a:lnTo>
                  <a:lnTo>
                    <a:pt x="2201" y="262"/>
                  </a:lnTo>
                  <a:lnTo>
                    <a:pt x="2195" y="266"/>
                  </a:lnTo>
                  <a:lnTo>
                    <a:pt x="2190" y="268"/>
                  </a:lnTo>
                  <a:lnTo>
                    <a:pt x="2184" y="272"/>
                  </a:lnTo>
                  <a:lnTo>
                    <a:pt x="2178" y="274"/>
                  </a:lnTo>
                  <a:lnTo>
                    <a:pt x="2173" y="276"/>
                  </a:lnTo>
                  <a:lnTo>
                    <a:pt x="2167" y="279"/>
                  </a:lnTo>
                  <a:lnTo>
                    <a:pt x="2161" y="281"/>
                  </a:lnTo>
                  <a:lnTo>
                    <a:pt x="2156" y="283"/>
                  </a:lnTo>
                  <a:lnTo>
                    <a:pt x="2150" y="287"/>
                  </a:lnTo>
                  <a:lnTo>
                    <a:pt x="2144" y="289"/>
                  </a:lnTo>
                  <a:lnTo>
                    <a:pt x="2138" y="291"/>
                  </a:lnTo>
                  <a:lnTo>
                    <a:pt x="2133" y="293"/>
                  </a:lnTo>
                  <a:lnTo>
                    <a:pt x="2127" y="295"/>
                  </a:lnTo>
                  <a:lnTo>
                    <a:pt x="2121" y="298"/>
                  </a:lnTo>
                  <a:lnTo>
                    <a:pt x="2116" y="300"/>
                  </a:lnTo>
                  <a:lnTo>
                    <a:pt x="2112" y="302"/>
                  </a:lnTo>
                  <a:lnTo>
                    <a:pt x="2106" y="306"/>
                  </a:lnTo>
                  <a:lnTo>
                    <a:pt x="2102" y="308"/>
                  </a:lnTo>
                  <a:lnTo>
                    <a:pt x="2097" y="310"/>
                  </a:lnTo>
                  <a:lnTo>
                    <a:pt x="2093" y="312"/>
                  </a:lnTo>
                  <a:lnTo>
                    <a:pt x="2087" y="314"/>
                  </a:lnTo>
                  <a:lnTo>
                    <a:pt x="2083" y="315"/>
                  </a:lnTo>
                  <a:lnTo>
                    <a:pt x="2079" y="317"/>
                  </a:lnTo>
                  <a:lnTo>
                    <a:pt x="2072" y="321"/>
                  </a:lnTo>
                  <a:lnTo>
                    <a:pt x="2064" y="325"/>
                  </a:lnTo>
                  <a:lnTo>
                    <a:pt x="2059" y="327"/>
                  </a:lnTo>
                  <a:lnTo>
                    <a:pt x="2053" y="331"/>
                  </a:lnTo>
                  <a:lnTo>
                    <a:pt x="2049" y="333"/>
                  </a:lnTo>
                  <a:lnTo>
                    <a:pt x="2045" y="334"/>
                  </a:lnTo>
                  <a:lnTo>
                    <a:pt x="2041" y="336"/>
                  </a:lnTo>
                  <a:lnTo>
                    <a:pt x="2038" y="338"/>
                  </a:lnTo>
                  <a:lnTo>
                    <a:pt x="2032" y="340"/>
                  </a:lnTo>
                  <a:lnTo>
                    <a:pt x="2026" y="344"/>
                  </a:lnTo>
                  <a:lnTo>
                    <a:pt x="2019" y="348"/>
                  </a:lnTo>
                  <a:lnTo>
                    <a:pt x="2011" y="352"/>
                  </a:lnTo>
                  <a:lnTo>
                    <a:pt x="2003" y="357"/>
                  </a:lnTo>
                  <a:lnTo>
                    <a:pt x="1994" y="363"/>
                  </a:lnTo>
                  <a:lnTo>
                    <a:pt x="1988" y="367"/>
                  </a:lnTo>
                  <a:lnTo>
                    <a:pt x="1984" y="369"/>
                  </a:lnTo>
                  <a:lnTo>
                    <a:pt x="1979" y="371"/>
                  </a:lnTo>
                  <a:lnTo>
                    <a:pt x="1975" y="374"/>
                  </a:lnTo>
                  <a:lnTo>
                    <a:pt x="1969" y="376"/>
                  </a:lnTo>
                  <a:lnTo>
                    <a:pt x="1963" y="380"/>
                  </a:lnTo>
                  <a:lnTo>
                    <a:pt x="1960" y="384"/>
                  </a:lnTo>
                  <a:lnTo>
                    <a:pt x="1954" y="388"/>
                  </a:lnTo>
                  <a:lnTo>
                    <a:pt x="1948" y="390"/>
                  </a:lnTo>
                  <a:lnTo>
                    <a:pt x="1944" y="393"/>
                  </a:lnTo>
                  <a:lnTo>
                    <a:pt x="1939" y="395"/>
                  </a:lnTo>
                  <a:lnTo>
                    <a:pt x="1933" y="399"/>
                  </a:lnTo>
                  <a:lnTo>
                    <a:pt x="1927" y="403"/>
                  </a:lnTo>
                  <a:lnTo>
                    <a:pt x="1924" y="405"/>
                  </a:lnTo>
                  <a:lnTo>
                    <a:pt x="1918" y="409"/>
                  </a:lnTo>
                  <a:lnTo>
                    <a:pt x="1912" y="412"/>
                  </a:lnTo>
                  <a:lnTo>
                    <a:pt x="1906" y="416"/>
                  </a:lnTo>
                  <a:lnTo>
                    <a:pt x="1903" y="418"/>
                  </a:lnTo>
                  <a:lnTo>
                    <a:pt x="1897" y="422"/>
                  </a:lnTo>
                  <a:lnTo>
                    <a:pt x="1891" y="426"/>
                  </a:lnTo>
                  <a:lnTo>
                    <a:pt x="1886" y="428"/>
                  </a:lnTo>
                  <a:lnTo>
                    <a:pt x="1882" y="431"/>
                  </a:lnTo>
                  <a:lnTo>
                    <a:pt x="1876" y="435"/>
                  </a:lnTo>
                  <a:lnTo>
                    <a:pt x="1872" y="439"/>
                  </a:lnTo>
                  <a:lnTo>
                    <a:pt x="1867" y="441"/>
                  </a:lnTo>
                  <a:lnTo>
                    <a:pt x="1861" y="443"/>
                  </a:lnTo>
                  <a:lnTo>
                    <a:pt x="1857" y="447"/>
                  </a:lnTo>
                  <a:lnTo>
                    <a:pt x="1853" y="449"/>
                  </a:lnTo>
                  <a:lnTo>
                    <a:pt x="1846" y="454"/>
                  </a:lnTo>
                  <a:lnTo>
                    <a:pt x="1838" y="460"/>
                  </a:lnTo>
                  <a:lnTo>
                    <a:pt x="1830" y="464"/>
                  </a:lnTo>
                  <a:lnTo>
                    <a:pt x="1823" y="468"/>
                  </a:lnTo>
                  <a:lnTo>
                    <a:pt x="1817" y="471"/>
                  </a:lnTo>
                  <a:lnTo>
                    <a:pt x="1813" y="475"/>
                  </a:lnTo>
                  <a:lnTo>
                    <a:pt x="1806" y="479"/>
                  </a:lnTo>
                  <a:lnTo>
                    <a:pt x="1804" y="481"/>
                  </a:lnTo>
                  <a:lnTo>
                    <a:pt x="1802" y="479"/>
                  </a:lnTo>
                  <a:lnTo>
                    <a:pt x="1798" y="477"/>
                  </a:lnTo>
                  <a:lnTo>
                    <a:pt x="1790" y="473"/>
                  </a:lnTo>
                  <a:lnTo>
                    <a:pt x="1783" y="468"/>
                  </a:lnTo>
                  <a:lnTo>
                    <a:pt x="1777" y="466"/>
                  </a:lnTo>
                  <a:lnTo>
                    <a:pt x="1771" y="462"/>
                  </a:lnTo>
                  <a:lnTo>
                    <a:pt x="1766" y="458"/>
                  </a:lnTo>
                  <a:lnTo>
                    <a:pt x="1760" y="454"/>
                  </a:lnTo>
                  <a:lnTo>
                    <a:pt x="1752" y="450"/>
                  </a:lnTo>
                  <a:lnTo>
                    <a:pt x="1747" y="447"/>
                  </a:lnTo>
                  <a:lnTo>
                    <a:pt x="1739" y="443"/>
                  </a:lnTo>
                  <a:lnTo>
                    <a:pt x="1733" y="439"/>
                  </a:lnTo>
                  <a:lnTo>
                    <a:pt x="1726" y="435"/>
                  </a:lnTo>
                  <a:lnTo>
                    <a:pt x="1718" y="431"/>
                  </a:lnTo>
                  <a:lnTo>
                    <a:pt x="1711" y="426"/>
                  </a:lnTo>
                  <a:lnTo>
                    <a:pt x="1705" y="424"/>
                  </a:lnTo>
                  <a:lnTo>
                    <a:pt x="1697" y="418"/>
                  </a:lnTo>
                  <a:lnTo>
                    <a:pt x="1692" y="416"/>
                  </a:lnTo>
                  <a:lnTo>
                    <a:pt x="1684" y="411"/>
                  </a:lnTo>
                  <a:lnTo>
                    <a:pt x="1678" y="409"/>
                  </a:lnTo>
                  <a:lnTo>
                    <a:pt x="1673" y="403"/>
                  </a:lnTo>
                  <a:lnTo>
                    <a:pt x="1667" y="401"/>
                  </a:lnTo>
                  <a:lnTo>
                    <a:pt x="1661" y="397"/>
                  </a:lnTo>
                  <a:lnTo>
                    <a:pt x="1657" y="395"/>
                  </a:lnTo>
                  <a:lnTo>
                    <a:pt x="1648" y="390"/>
                  </a:lnTo>
                  <a:lnTo>
                    <a:pt x="1644" y="388"/>
                  </a:lnTo>
                  <a:lnTo>
                    <a:pt x="1640" y="384"/>
                  </a:lnTo>
                  <a:lnTo>
                    <a:pt x="1637" y="382"/>
                  </a:lnTo>
                  <a:lnTo>
                    <a:pt x="1633" y="382"/>
                  </a:lnTo>
                  <a:lnTo>
                    <a:pt x="1627" y="380"/>
                  </a:lnTo>
                  <a:lnTo>
                    <a:pt x="1621" y="376"/>
                  </a:lnTo>
                  <a:lnTo>
                    <a:pt x="1616" y="374"/>
                  </a:lnTo>
                  <a:lnTo>
                    <a:pt x="1610" y="373"/>
                  </a:lnTo>
                  <a:lnTo>
                    <a:pt x="1604" y="371"/>
                  </a:lnTo>
                  <a:lnTo>
                    <a:pt x="1597" y="369"/>
                  </a:lnTo>
                  <a:lnTo>
                    <a:pt x="1589" y="367"/>
                  </a:lnTo>
                  <a:lnTo>
                    <a:pt x="1581" y="363"/>
                  </a:lnTo>
                  <a:lnTo>
                    <a:pt x="1574" y="361"/>
                  </a:lnTo>
                  <a:lnTo>
                    <a:pt x="1566" y="359"/>
                  </a:lnTo>
                  <a:lnTo>
                    <a:pt x="1559" y="357"/>
                  </a:lnTo>
                  <a:lnTo>
                    <a:pt x="1551" y="353"/>
                  </a:lnTo>
                  <a:lnTo>
                    <a:pt x="1543" y="352"/>
                  </a:lnTo>
                  <a:lnTo>
                    <a:pt x="1536" y="350"/>
                  </a:lnTo>
                  <a:lnTo>
                    <a:pt x="1528" y="348"/>
                  </a:lnTo>
                  <a:lnTo>
                    <a:pt x="1521" y="344"/>
                  </a:lnTo>
                  <a:lnTo>
                    <a:pt x="1513" y="342"/>
                  </a:lnTo>
                  <a:lnTo>
                    <a:pt x="1505" y="340"/>
                  </a:lnTo>
                  <a:lnTo>
                    <a:pt x="1500" y="338"/>
                  </a:lnTo>
                  <a:lnTo>
                    <a:pt x="1494" y="336"/>
                  </a:lnTo>
                  <a:lnTo>
                    <a:pt x="1488" y="336"/>
                  </a:lnTo>
                  <a:lnTo>
                    <a:pt x="1483" y="334"/>
                  </a:lnTo>
                  <a:lnTo>
                    <a:pt x="1479" y="333"/>
                  </a:lnTo>
                  <a:lnTo>
                    <a:pt x="1473" y="331"/>
                  </a:lnTo>
                  <a:lnTo>
                    <a:pt x="1471" y="331"/>
                  </a:lnTo>
                  <a:lnTo>
                    <a:pt x="1465" y="331"/>
                  </a:lnTo>
                  <a:lnTo>
                    <a:pt x="1467" y="329"/>
                  </a:lnTo>
                  <a:lnTo>
                    <a:pt x="1471" y="325"/>
                  </a:lnTo>
                  <a:lnTo>
                    <a:pt x="1475" y="323"/>
                  </a:lnTo>
                  <a:lnTo>
                    <a:pt x="1481" y="321"/>
                  </a:lnTo>
                  <a:lnTo>
                    <a:pt x="1484" y="319"/>
                  </a:lnTo>
                  <a:lnTo>
                    <a:pt x="1492" y="317"/>
                  </a:lnTo>
                  <a:lnTo>
                    <a:pt x="1500" y="314"/>
                  </a:lnTo>
                  <a:lnTo>
                    <a:pt x="1507" y="310"/>
                  </a:lnTo>
                  <a:lnTo>
                    <a:pt x="1515" y="306"/>
                  </a:lnTo>
                  <a:lnTo>
                    <a:pt x="1526" y="302"/>
                  </a:lnTo>
                  <a:lnTo>
                    <a:pt x="1534" y="298"/>
                  </a:lnTo>
                  <a:lnTo>
                    <a:pt x="1545" y="295"/>
                  </a:lnTo>
                  <a:lnTo>
                    <a:pt x="1555" y="291"/>
                  </a:lnTo>
                  <a:lnTo>
                    <a:pt x="1568" y="287"/>
                  </a:lnTo>
                  <a:lnTo>
                    <a:pt x="1579" y="281"/>
                  </a:lnTo>
                  <a:lnTo>
                    <a:pt x="1591" y="276"/>
                  </a:lnTo>
                  <a:lnTo>
                    <a:pt x="1604" y="270"/>
                  </a:lnTo>
                  <a:lnTo>
                    <a:pt x="1617" y="264"/>
                  </a:lnTo>
                  <a:lnTo>
                    <a:pt x="1631" y="258"/>
                  </a:lnTo>
                  <a:lnTo>
                    <a:pt x="1644" y="253"/>
                  </a:lnTo>
                  <a:lnTo>
                    <a:pt x="1659" y="247"/>
                  </a:lnTo>
                  <a:lnTo>
                    <a:pt x="1675" y="241"/>
                  </a:lnTo>
                  <a:lnTo>
                    <a:pt x="1688" y="234"/>
                  </a:lnTo>
                  <a:lnTo>
                    <a:pt x="1703" y="228"/>
                  </a:lnTo>
                  <a:lnTo>
                    <a:pt x="1718" y="222"/>
                  </a:lnTo>
                  <a:lnTo>
                    <a:pt x="1733" y="217"/>
                  </a:lnTo>
                  <a:lnTo>
                    <a:pt x="1749" y="209"/>
                  </a:lnTo>
                  <a:lnTo>
                    <a:pt x="1764" y="203"/>
                  </a:lnTo>
                  <a:lnTo>
                    <a:pt x="1779" y="196"/>
                  </a:lnTo>
                  <a:lnTo>
                    <a:pt x="1796" y="190"/>
                  </a:lnTo>
                  <a:lnTo>
                    <a:pt x="1810" y="182"/>
                  </a:lnTo>
                  <a:lnTo>
                    <a:pt x="1825" y="177"/>
                  </a:lnTo>
                  <a:lnTo>
                    <a:pt x="1840" y="169"/>
                  </a:lnTo>
                  <a:lnTo>
                    <a:pt x="1857" y="163"/>
                  </a:lnTo>
                  <a:lnTo>
                    <a:pt x="1870" y="158"/>
                  </a:lnTo>
                  <a:lnTo>
                    <a:pt x="1886" y="150"/>
                  </a:lnTo>
                  <a:lnTo>
                    <a:pt x="1901" y="144"/>
                  </a:lnTo>
                  <a:lnTo>
                    <a:pt x="1916" y="139"/>
                  </a:lnTo>
                  <a:lnTo>
                    <a:pt x="1929" y="131"/>
                  </a:lnTo>
                  <a:lnTo>
                    <a:pt x="1943" y="125"/>
                  </a:lnTo>
                  <a:lnTo>
                    <a:pt x="1956" y="120"/>
                  </a:lnTo>
                  <a:lnTo>
                    <a:pt x="1971" y="114"/>
                  </a:lnTo>
                  <a:lnTo>
                    <a:pt x="1983" y="108"/>
                  </a:lnTo>
                  <a:lnTo>
                    <a:pt x="1996" y="103"/>
                  </a:lnTo>
                  <a:lnTo>
                    <a:pt x="2007" y="99"/>
                  </a:lnTo>
                  <a:lnTo>
                    <a:pt x="2021" y="95"/>
                  </a:lnTo>
                  <a:lnTo>
                    <a:pt x="2030" y="89"/>
                  </a:lnTo>
                  <a:lnTo>
                    <a:pt x="2041" y="84"/>
                  </a:lnTo>
                  <a:lnTo>
                    <a:pt x="2051" y="80"/>
                  </a:lnTo>
                  <a:lnTo>
                    <a:pt x="2060" y="74"/>
                  </a:lnTo>
                  <a:lnTo>
                    <a:pt x="2068" y="70"/>
                  </a:lnTo>
                  <a:lnTo>
                    <a:pt x="2078" y="66"/>
                  </a:lnTo>
                  <a:lnTo>
                    <a:pt x="2083" y="64"/>
                  </a:lnTo>
                  <a:lnTo>
                    <a:pt x="2091" y="61"/>
                  </a:lnTo>
                  <a:lnTo>
                    <a:pt x="2097" y="59"/>
                  </a:lnTo>
                  <a:lnTo>
                    <a:pt x="2102" y="55"/>
                  </a:lnTo>
                  <a:lnTo>
                    <a:pt x="2106" y="53"/>
                  </a:lnTo>
                  <a:lnTo>
                    <a:pt x="2110" y="51"/>
                  </a:lnTo>
                  <a:lnTo>
                    <a:pt x="2114" y="49"/>
                  </a:lnTo>
                  <a:lnTo>
                    <a:pt x="2116" y="49"/>
                  </a:lnTo>
                  <a:lnTo>
                    <a:pt x="2114" y="47"/>
                  </a:lnTo>
                  <a:lnTo>
                    <a:pt x="2112" y="47"/>
                  </a:lnTo>
                  <a:lnTo>
                    <a:pt x="2108" y="45"/>
                  </a:lnTo>
                  <a:lnTo>
                    <a:pt x="2104" y="45"/>
                  </a:lnTo>
                  <a:lnTo>
                    <a:pt x="2098" y="45"/>
                  </a:lnTo>
                  <a:lnTo>
                    <a:pt x="2093" y="45"/>
                  </a:lnTo>
                  <a:lnTo>
                    <a:pt x="2087" y="44"/>
                  </a:lnTo>
                  <a:lnTo>
                    <a:pt x="2079" y="44"/>
                  </a:lnTo>
                  <a:lnTo>
                    <a:pt x="2070" y="44"/>
                  </a:lnTo>
                  <a:lnTo>
                    <a:pt x="2062" y="42"/>
                  </a:lnTo>
                  <a:lnTo>
                    <a:pt x="2053" y="42"/>
                  </a:lnTo>
                  <a:lnTo>
                    <a:pt x="2041" y="42"/>
                  </a:lnTo>
                  <a:lnTo>
                    <a:pt x="2030" y="40"/>
                  </a:lnTo>
                  <a:lnTo>
                    <a:pt x="2019" y="38"/>
                  </a:lnTo>
                  <a:lnTo>
                    <a:pt x="2007" y="38"/>
                  </a:lnTo>
                  <a:lnTo>
                    <a:pt x="1996" y="38"/>
                  </a:lnTo>
                  <a:lnTo>
                    <a:pt x="1981" y="36"/>
                  </a:lnTo>
                  <a:lnTo>
                    <a:pt x="1967" y="36"/>
                  </a:lnTo>
                  <a:lnTo>
                    <a:pt x="1954" y="34"/>
                  </a:lnTo>
                  <a:lnTo>
                    <a:pt x="1939" y="34"/>
                  </a:lnTo>
                  <a:lnTo>
                    <a:pt x="1924" y="32"/>
                  </a:lnTo>
                  <a:lnTo>
                    <a:pt x="1908" y="30"/>
                  </a:lnTo>
                  <a:lnTo>
                    <a:pt x="1893" y="28"/>
                  </a:lnTo>
                  <a:lnTo>
                    <a:pt x="1878" y="28"/>
                  </a:lnTo>
                  <a:lnTo>
                    <a:pt x="1861" y="28"/>
                  </a:lnTo>
                  <a:lnTo>
                    <a:pt x="1846" y="26"/>
                  </a:lnTo>
                  <a:lnTo>
                    <a:pt x="1829" y="26"/>
                  </a:lnTo>
                  <a:lnTo>
                    <a:pt x="1811" y="25"/>
                  </a:lnTo>
                  <a:lnTo>
                    <a:pt x="1796" y="23"/>
                  </a:lnTo>
                  <a:lnTo>
                    <a:pt x="1779" y="23"/>
                  </a:lnTo>
                  <a:lnTo>
                    <a:pt x="1762" y="23"/>
                  </a:lnTo>
                  <a:lnTo>
                    <a:pt x="1747" y="23"/>
                  </a:lnTo>
                  <a:lnTo>
                    <a:pt x="1728" y="21"/>
                  </a:lnTo>
                  <a:lnTo>
                    <a:pt x="1711" y="19"/>
                  </a:lnTo>
                  <a:lnTo>
                    <a:pt x="1695" y="17"/>
                  </a:lnTo>
                  <a:lnTo>
                    <a:pt x="1678" y="17"/>
                  </a:lnTo>
                  <a:lnTo>
                    <a:pt x="1661" y="15"/>
                  </a:lnTo>
                  <a:lnTo>
                    <a:pt x="1646" y="15"/>
                  </a:lnTo>
                  <a:lnTo>
                    <a:pt x="1629" y="13"/>
                  </a:lnTo>
                  <a:lnTo>
                    <a:pt x="1614" y="13"/>
                  </a:lnTo>
                  <a:lnTo>
                    <a:pt x="1598" y="11"/>
                  </a:lnTo>
                  <a:lnTo>
                    <a:pt x="1583" y="11"/>
                  </a:lnTo>
                  <a:lnTo>
                    <a:pt x="1568" y="9"/>
                  </a:lnTo>
                  <a:lnTo>
                    <a:pt x="1553" y="9"/>
                  </a:lnTo>
                  <a:lnTo>
                    <a:pt x="1538" y="7"/>
                  </a:lnTo>
                  <a:lnTo>
                    <a:pt x="1524" y="7"/>
                  </a:lnTo>
                  <a:lnTo>
                    <a:pt x="1513" y="7"/>
                  </a:lnTo>
                  <a:lnTo>
                    <a:pt x="1500" y="7"/>
                  </a:lnTo>
                  <a:lnTo>
                    <a:pt x="1486" y="6"/>
                  </a:lnTo>
                  <a:lnTo>
                    <a:pt x="1475" y="6"/>
                  </a:lnTo>
                  <a:lnTo>
                    <a:pt x="1464" y="4"/>
                  </a:lnTo>
                  <a:lnTo>
                    <a:pt x="1454" y="4"/>
                  </a:lnTo>
                  <a:lnTo>
                    <a:pt x="1443" y="4"/>
                  </a:lnTo>
                  <a:lnTo>
                    <a:pt x="1433" y="2"/>
                  </a:lnTo>
                  <a:lnTo>
                    <a:pt x="1425" y="2"/>
                  </a:lnTo>
                  <a:lnTo>
                    <a:pt x="1420" y="2"/>
                  </a:lnTo>
                  <a:lnTo>
                    <a:pt x="1412" y="2"/>
                  </a:lnTo>
                  <a:lnTo>
                    <a:pt x="1405" y="0"/>
                  </a:lnTo>
                  <a:lnTo>
                    <a:pt x="1399" y="0"/>
                  </a:lnTo>
                  <a:lnTo>
                    <a:pt x="1397" y="0"/>
                  </a:lnTo>
                  <a:lnTo>
                    <a:pt x="1391" y="0"/>
                  </a:lnTo>
                  <a:lnTo>
                    <a:pt x="1389" y="0"/>
                  </a:lnTo>
                  <a:lnTo>
                    <a:pt x="1389" y="23"/>
                  </a:lnTo>
                  <a:lnTo>
                    <a:pt x="2036" y="66"/>
                  </a:lnTo>
                  <a:lnTo>
                    <a:pt x="1437" y="319"/>
                  </a:lnTo>
                  <a:lnTo>
                    <a:pt x="1304" y="304"/>
                  </a:lnTo>
                  <a:lnTo>
                    <a:pt x="1302" y="302"/>
                  </a:lnTo>
                  <a:lnTo>
                    <a:pt x="1300" y="302"/>
                  </a:lnTo>
                  <a:lnTo>
                    <a:pt x="1296" y="300"/>
                  </a:lnTo>
                  <a:lnTo>
                    <a:pt x="1292" y="298"/>
                  </a:lnTo>
                  <a:lnTo>
                    <a:pt x="1285" y="295"/>
                  </a:lnTo>
                  <a:lnTo>
                    <a:pt x="1277" y="291"/>
                  </a:lnTo>
                  <a:lnTo>
                    <a:pt x="1270" y="289"/>
                  </a:lnTo>
                  <a:lnTo>
                    <a:pt x="1262" y="285"/>
                  </a:lnTo>
                  <a:lnTo>
                    <a:pt x="1256" y="281"/>
                  </a:lnTo>
                  <a:lnTo>
                    <a:pt x="1251" y="281"/>
                  </a:lnTo>
                  <a:lnTo>
                    <a:pt x="1247" y="279"/>
                  </a:lnTo>
                  <a:lnTo>
                    <a:pt x="1241" y="277"/>
                  </a:lnTo>
                  <a:lnTo>
                    <a:pt x="1235" y="274"/>
                  </a:lnTo>
                  <a:lnTo>
                    <a:pt x="1230" y="274"/>
                  </a:lnTo>
                  <a:lnTo>
                    <a:pt x="1224" y="272"/>
                  </a:lnTo>
                  <a:lnTo>
                    <a:pt x="1220" y="272"/>
                  </a:lnTo>
                  <a:lnTo>
                    <a:pt x="1213" y="268"/>
                  </a:lnTo>
                  <a:lnTo>
                    <a:pt x="1207" y="268"/>
                  </a:lnTo>
                  <a:lnTo>
                    <a:pt x="1201" y="266"/>
                  </a:lnTo>
                  <a:lnTo>
                    <a:pt x="1195" y="266"/>
                  </a:lnTo>
                  <a:lnTo>
                    <a:pt x="1190" y="264"/>
                  </a:lnTo>
                  <a:lnTo>
                    <a:pt x="1184" y="264"/>
                  </a:lnTo>
                  <a:lnTo>
                    <a:pt x="1178" y="264"/>
                  </a:lnTo>
                  <a:lnTo>
                    <a:pt x="1173" y="264"/>
                  </a:lnTo>
                  <a:lnTo>
                    <a:pt x="1201" y="2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Freeform 47"/>
            <p:cNvSpPr>
              <a:spLocks/>
            </p:cNvSpPr>
            <p:nvPr/>
          </p:nvSpPr>
          <p:spPr bwMode="auto">
            <a:xfrm>
              <a:off x="1764" y="2252"/>
              <a:ext cx="369" cy="558"/>
            </a:xfrm>
            <a:custGeom>
              <a:avLst/>
              <a:gdLst>
                <a:gd name="T0" fmla="*/ 1 w 737"/>
                <a:gd name="T1" fmla="*/ 1 h 1116"/>
                <a:gd name="T2" fmla="*/ 1 w 737"/>
                <a:gd name="T3" fmla="*/ 1 h 1116"/>
                <a:gd name="T4" fmla="*/ 1 w 737"/>
                <a:gd name="T5" fmla="*/ 1 h 1116"/>
                <a:gd name="T6" fmla="*/ 1 w 737"/>
                <a:gd name="T7" fmla="*/ 1 h 1116"/>
                <a:gd name="T8" fmla="*/ 1 w 737"/>
                <a:gd name="T9" fmla="*/ 1 h 1116"/>
                <a:gd name="T10" fmla="*/ 1 w 737"/>
                <a:gd name="T11" fmla="*/ 1 h 1116"/>
                <a:gd name="T12" fmla="*/ 1 w 737"/>
                <a:gd name="T13" fmla="*/ 1 h 1116"/>
                <a:gd name="T14" fmla="*/ 1 w 737"/>
                <a:gd name="T15" fmla="*/ 1 h 1116"/>
                <a:gd name="T16" fmla="*/ 1 w 737"/>
                <a:gd name="T17" fmla="*/ 1 h 1116"/>
                <a:gd name="T18" fmla="*/ 1 w 737"/>
                <a:gd name="T19" fmla="*/ 1 h 1116"/>
                <a:gd name="T20" fmla="*/ 1 w 737"/>
                <a:gd name="T21" fmla="*/ 1 h 1116"/>
                <a:gd name="T22" fmla="*/ 1 w 737"/>
                <a:gd name="T23" fmla="*/ 1 h 1116"/>
                <a:gd name="T24" fmla="*/ 1 w 737"/>
                <a:gd name="T25" fmla="*/ 1 h 1116"/>
                <a:gd name="T26" fmla="*/ 1 w 737"/>
                <a:gd name="T27" fmla="*/ 1 h 1116"/>
                <a:gd name="T28" fmla="*/ 1 w 737"/>
                <a:gd name="T29" fmla="*/ 1 h 1116"/>
                <a:gd name="T30" fmla="*/ 1 w 737"/>
                <a:gd name="T31" fmla="*/ 1 h 1116"/>
                <a:gd name="T32" fmla="*/ 1 w 737"/>
                <a:gd name="T33" fmla="*/ 1 h 1116"/>
                <a:gd name="T34" fmla="*/ 1 w 737"/>
                <a:gd name="T35" fmla="*/ 1 h 1116"/>
                <a:gd name="T36" fmla="*/ 1 w 737"/>
                <a:gd name="T37" fmla="*/ 1 h 1116"/>
                <a:gd name="T38" fmla="*/ 1 w 737"/>
                <a:gd name="T39" fmla="*/ 1 h 1116"/>
                <a:gd name="T40" fmla="*/ 1 w 737"/>
                <a:gd name="T41" fmla="*/ 1 h 1116"/>
                <a:gd name="T42" fmla="*/ 1 w 737"/>
                <a:gd name="T43" fmla="*/ 1 h 1116"/>
                <a:gd name="T44" fmla="*/ 1 w 737"/>
                <a:gd name="T45" fmla="*/ 1 h 1116"/>
                <a:gd name="T46" fmla="*/ 1 w 737"/>
                <a:gd name="T47" fmla="*/ 1 h 1116"/>
                <a:gd name="T48" fmla="*/ 1 w 737"/>
                <a:gd name="T49" fmla="*/ 1 h 1116"/>
                <a:gd name="T50" fmla="*/ 1 w 737"/>
                <a:gd name="T51" fmla="*/ 1 h 1116"/>
                <a:gd name="T52" fmla="*/ 1 w 737"/>
                <a:gd name="T53" fmla="*/ 1 h 1116"/>
                <a:gd name="T54" fmla="*/ 1 w 737"/>
                <a:gd name="T55" fmla="*/ 1 h 1116"/>
                <a:gd name="T56" fmla="*/ 1 w 737"/>
                <a:gd name="T57" fmla="*/ 1 h 1116"/>
                <a:gd name="T58" fmla="*/ 1 w 737"/>
                <a:gd name="T59" fmla="*/ 1 h 1116"/>
                <a:gd name="T60" fmla="*/ 1 w 737"/>
                <a:gd name="T61" fmla="*/ 1 h 1116"/>
                <a:gd name="T62" fmla="*/ 1 w 737"/>
                <a:gd name="T63" fmla="*/ 1 h 1116"/>
                <a:gd name="T64" fmla="*/ 1 w 737"/>
                <a:gd name="T65" fmla="*/ 1 h 1116"/>
                <a:gd name="T66" fmla="*/ 1 w 737"/>
                <a:gd name="T67" fmla="*/ 1 h 1116"/>
                <a:gd name="T68" fmla="*/ 1 w 737"/>
                <a:gd name="T69" fmla="*/ 1 h 1116"/>
                <a:gd name="T70" fmla="*/ 1 w 737"/>
                <a:gd name="T71" fmla="*/ 1 h 1116"/>
                <a:gd name="T72" fmla="*/ 1 w 737"/>
                <a:gd name="T73" fmla="*/ 1 h 1116"/>
                <a:gd name="T74" fmla="*/ 1 w 737"/>
                <a:gd name="T75" fmla="*/ 1 h 1116"/>
                <a:gd name="T76" fmla="*/ 1 w 737"/>
                <a:gd name="T77" fmla="*/ 1 h 1116"/>
                <a:gd name="T78" fmla="*/ 1 w 737"/>
                <a:gd name="T79" fmla="*/ 1 h 1116"/>
                <a:gd name="T80" fmla="*/ 1 w 737"/>
                <a:gd name="T81" fmla="*/ 1 h 1116"/>
                <a:gd name="T82" fmla="*/ 1 w 737"/>
                <a:gd name="T83" fmla="*/ 1 h 1116"/>
                <a:gd name="T84" fmla="*/ 1 w 737"/>
                <a:gd name="T85" fmla="*/ 1 h 1116"/>
                <a:gd name="T86" fmla="*/ 1 w 737"/>
                <a:gd name="T87" fmla="*/ 1 h 1116"/>
                <a:gd name="T88" fmla="*/ 1 w 737"/>
                <a:gd name="T89" fmla="*/ 1 h 1116"/>
                <a:gd name="T90" fmla="*/ 1 w 737"/>
                <a:gd name="T91" fmla="*/ 1 h 1116"/>
                <a:gd name="T92" fmla="*/ 1 w 737"/>
                <a:gd name="T93" fmla="*/ 1 h 1116"/>
                <a:gd name="T94" fmla="*/ 1 w 737"/>
                <a:gd name="T95" fmla="*/ 1 h 1116"/>
                <a:gd name="T96" fmla="*/ 1 w 737"/>
                <a:gd name="T97" fmla="*/ 1 h 1116"/>
                <a:gd name="T98" fmla="*/ 1 w 737"/>
                <a:gd name="T99" fmla="*/ 1 h 1116"/>
                <a:gd name="T100" fmla="*/ 1 w 737"/>
                <a:gd name="T101" fmla="*/ 1 h 1116"/>
                <a:gd name="T102" fmla="*/ 1 w 737"/>
                <a:gd name="T103" fmla="*/ 1 h 1116"/>
                <a:gd name="T104" fmla="*/ 1 w 737"/>
                <a:gd name="T105" fmla="*/ 1 h 1116"/>
                <a:gd name="T106" fmla="*/ 1 w 737"/>
                <a:gd name="T107" fmla="*/ 1 h 1116"/>
                <a:gd name="T108" fmla="*/ 1 w 737"/>
                <a:gd name="T109" fmla="*/ 1 h 111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737"/>
                <a:gd name="T166" fmla="*/ 0 h 1116"/>
                <a:gd name="T167" fmla="*/ 737 w 737"/>
                <a:gd name="T168" fmla="*/ 1116 h 111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737" h="1116">
                  <a:moveTo>
                    <a:pt x="711" y="7"/>
                  </a:moveTo>
                  <a:lnTo>
                    <a:pt x="709" y="7"/>
                  </a:lnTo>
                  <a:lnTo>
                    <a:pt x="709" y="11"/>
                  </a:lnTo>
                  <a:lnTo>
                    <a:pt x="709" y="13"/>
                  </a:lnTo>
                  <a:lnTo>
                    <a:pt x="709" y="17"/>
                  </a:lnTo>
                  <a:lnTo>
                    <a:pt x="707" y="21"/>
                  </a:lnTo>
                  <a:lnTo>
                    <a:pt x="707" y="26"/>
                  </a:lnTo>
                  <a:lnTo>
                    <a:pt x="707" y="30"/>
                  </a:lnTo>
                  <a:lnTo>
                    <a:pt x="707" y="36"/>
                  </a:lnTo>
                  <a:lnTo>
                    <a:pt x="705" y="42"/>
                  </a:lnTo>
                  <a:lnTo>
                    <a:pt x="705" y="47"/>
                  </a:lnTo>
                  <a:lnTo>
                    <a:pt x="705" y="55"/>
                  </a:lnTo>
                  <a:lnTo>
                    <a:pt x="705" y="63"/>
                  </a:lnTo>
                  <a:lnTo>
                    <a:pt x="703" y="70"/>
                  </a:lnTo>
                  <a:lnTo>
                    <a:pt x="703" y="78"/>
                  </a:lnTo>
                  <a:lnTo>
                    <a:pt x="701" y="85"/>
                  </a:lnTo>
                  <a:lnTo>
                    <a:pt x="701" y="95"/>
                  </a:lnTo>
                  <a:lnTo>
                    <a:pt x="701" y="103"/>
                  </a:lnTo>
                  <a:lnTo>
                    <a:pt x="699" y="112"/>
                  </a:lnTo>
                  <a:lnTo>
                    <a:pt x="697" y="122"/>
                  </a:lnTo>
                  <a:lnTo>
                    <a:pt x="697" y="131"/>
                  </a:lnTo>
                  <a:lnTo>
                    <a:pt x="696" y="142"/>
                  </a:lnTo>
                  <a:lnTo>
                    <a:pt x="696" y="152"/>
                  </a:lnTo>
                  <a:lnTo>
                    <a:pt x="694" y="163"/>
                  </a:lnTo>
                  <a:lnTo>
                    <a:pt x="694" y="173"/>
                  </a:lnTo>
                  <a:lnTo>
                    <a:pt x="694" y="184"/>
                  </a:lnTo>
                  <a:lnTo>
                    <a:pt x="694" y="196"/>
                  </a:lnTo>
                  <a:lnTo>
                    <a:pt x="692" y="207"/>
                  </a:lnTo>
                  <a:lnTo>
                    <a:pt x="692" y="219"/>
                  </a:lnTo>
                  <a:lnTo>
                    <a:pt x="690" y="230"/>
                  </a:lnTo>
                  <a:lnTo>
                    <a:pt x="690" y="241"/>
                  </a:lnTo>
                  <a:lnTo>
                    <a:pt x="688" y="253"/>
                  </a:lnTo>
                  <a:lnTo>
                    <a:pt x="686" y="262"/>
                  </a:lnTo>
                  <a:lnTo>
                    <a:pt x="686" y="274"/>
                  </a:lnTo>
                  <a:lnTo>
                    <a:pt x="686" y="285"/>
                  </a:lnTo>
                  <a:lnTo>
                    <a:pt x="684" y="296"/>
                  </a:lnTo>
                  <a:lnTo>
                    <a:pt x="682" y="308"/>
                  </a:lnTo>
                  <a:lnTo>
                    <a:pt x="680" y="319"/>
                  </a:lnTo>
                  <a:lnTo>
                    <a:pt x="680" y="331"/>
                  </a:lnTo>
                  <a:lnTo>
                    <a:pt x="680" y="340"/>
                  </a:lnTo>
                  <a:lnTo>
                    <a:pt x="678" y="352"/>
                  </a:lnTo>
                  <a:lnTo>
                    <a:pt x="678" y="363"/>
                  </a:lnTo>
                  <a:lnTo>
                    <a:pt x="677" y="374"/>
                  </a:lnTo>
                  <a:lnTo>
                    <a:pt x="677" y="384"/>
                  </a:lnTo>
                  <a:lnTo>
                    <a:pt x="675" y="393"/>
                  </a:lnTo>
                  <a:lnTo>
                    <a:pt x="675" y="403"/>
                  </a:lnTo>
                  <a:lnTo>
                    <a:pt x="675" y="414"/>
                  </a:lnTo>
                  <a:lnTo>
                    <a:pt x="673" y="422"/>
                  </a:lnTo>
                  <a:lnTo>
                    <a:pt x="673" y="431"/>
                  </a:lnTo>
                  <a:lnTo>
                    <a:pt x="671" y="439"/>
                  </a:lnTo>
                  <a:lnTo>
                    <a:pt x="671" y="449"/>
                  </a:lnTo>
                  <a:lnTo>
                    <a:pt x="671" y="456"/>
                  </a:lnTo>
                  <a:lnTo>
                    <a:pt x="669" y="464"/>
                  </a:lnTo>
                  <a:lnTo>
                    <a:pt x="669" y="471"/>
                  </a:lnTo>
                  <a:lnTo>
                    <a:pt x="669" y="479"/>
                  </a:lnTo>
                  <a:lnTo>
                    <a:pt x="669" y="485"/>
                  </a:lnTo>
                  <a:lnTo>
                    <a:pt x="667" y="490"/>
                  </a:lnTo>
                  <a:lnTo>
                    <a:pt x="667" y="496"/>
                  </a:lnTo>
                  <a:lnTo>
                    <a:pt x="667" y="502"/>
                  </a:lnTo>
                  <a:lnTo>
                    <a:pt x="667" y="506"/>
                  </a:lnTo>
                  <a:lnTo>
                    <a:pt x="667" y="509"/>
                  </a:lnTo>
                  <a:lnTo>
                    <a:pt x="667" y="513"/>
                  </a:lnTo>
                  <a:lnTo>
                    <a:pt x="667" y="517"/>
                  </a:lnTo>
                  <a:lnTo>
                    <a:pt x="665" y="523"/>
                  </a:lnTo>
                  <a:lnTo>
                    <a:pt x="665" y="528"/>
                  </a:lnTo>
                  <a:lnTo>
                    <a:pt x="665" y="534"/>
                  </a:lnTo>
                  <a:lnTo>
                    <a:pt x="667" y="542"/>
                  </a:lnTo>
                  <a:lnTo>
                    <a:pt x="667" y="549"/>
                  </a:lnTo>
                  <a:lnTo>
                    <a:pt x="667" y="557"/>
                  </a:lnTo>
                  <a:lnTo>
                    <a:pt x="667" y="561"/>
                  </a:lnTo>
                  <a:lnTo>
                    <a:pt x="667" y="565"/>
                  </a:lnTo>
                  <a:lnTo>
                    <a:pt x="669" y="570"/>
                  </a:lnTo>
                  <a:lnTo>
                    <a:pt x="669" y="576"/>
                  </a:lnTo>
                  <a:lnTo>
                    <a:pt x="669" y="584"/>
                  </a:lnTo>
                  <a:lnTo>
                    <a:pt x="671" y="593"/>
                  </a:lnTo>
                  <a:lnTo>
                    <a:pt x="671" y="597"/>
                  </a:lnTo>
                  <a:lnTo>
                    <a:pt x="673" y="603"/>
                  </a:lnTo>
                  <a:lnTo>
                    <a:pt x="673" y="608"/>
                  </a:lnTo>
                  <a:lnTo>
                    <a:pt x="673" y="612"/>
                  </a:lnTo>
                  <a:lnTo>
                    <a:pt x="673" y="618"/>
                  </a:lnTo>
                  <a:lnTo>
                    <a:pt x="675" y="623"/>
                  </a:lnTo>
                  <a:lnTo>
                    <a:pt x="675" y="627"/>
                  </a:lnTo>
                  <a:lnTo>
                    <a:pt x="677" y="633"/>
                  </a:lnTo>
                  <a:lnTo>
                    <a:pt x="677" y="639"/>
                  </a:lnTo>
                  <a:lnTo>
                    <a:pt x="677" y="643"/>
                  </a:lnTo>
                  <a:lnTo>
                    <a:pt x="678" y="648"/>
                  </a:lnTo>
                  <a:lnTo>
                    <a:pt x="678" y="654"/>
                  </a:lnTo>
                  <a:lnTo>
                    <a:pt x="678" y="658"/>
                  </a:lnTo>
                  <a:lnTo>
                    <a:pt x="678" y="663"/>
                  </a:lnTo>
                  <a:lnTo>
                    <a:pt x="678" y="667"/>
                  </a:lnTo>
                  <a:lnTo>
                    <a:pt x="680" y="671"/>
                  </a:lnTo>
                  <a:lnTo>
                    <a:pt x="680" y="677"/>
                  </a:lnTo>
                  <a:lnTo>
                    <a:pt x="680" y="681"/>
                  </a:lnTo>
                  <a:lnTo>
                    <a:pt x="680" y="686"/>
                  </a:lnTo>
                  <a:lnTo>
                    <a:pt x="680" y="692"/>
                  </a:lnTo>
                  <a:lnTo>
                    <a:pt x="680" y="700"/>
                  </a:lnTo>
                  <a:lnTo>
                    <a:pt x="682" y="709"/>
                  </a:lnTo>
                  <a:lnTo>
                    <a:pt x="682" y="717"/>
                  </a:lnTo>
                  <a:lnTo>
                    <a:pt x="682" y="726"/>
                  </a:lnTo>
                  <a:lnTo>
                    <a:pt x="682" y="732"/>
                  </a:lnTo>
                  <a:lnTo>
                    <a:pt x="682" y="739"/>
                  </a:lnTo>
                  <a:lnTo>
                    <a:pt x="682" y="745"/>
                  </a:lnTo>
                  <a:lnTo>
                    <a:pt x="682" y="753"/>
                  </a:lnTo>
                  <a:lnTo>
                    <a:pt x="680" y="757"/>
                  </a:lnTo>
                  <a:lnTo>
                    <a:pt x="680" y="762"/>
                  </a:lnTo>
                  <a:lnTo>
                    <a:pt x="678" y="766"/>
                  </a:lnTo>
                  <a:lnTo>
                    <a:pt x="678" y="770"/>
                  </a:lnTo>
                  <a:lnTo>
                    <a:pt x="675" y="770"/>
                  </a:lnTo>
                  <a:lnTo>
                    <a:pt x="673" y="772"/>
                  </a:lnTo>
                  <a:lnTo>
                    <a:pt x="671" y="776"/>
                  </a:lnTo>
                  <a:lnTo>
                    <a:pt x="665" y="778"/>
                  </a:lnTo>
                  <a:lnTo>
                    <a:pt x="659" y="779"/>
                  </a:lnTo>
                  <a:lnTo>
                    <a:pt x="656" y="783"/>
                  </a:lnTo>
                  <a:lnTo>
                    <a:pt x="650" y="787"/>
                  </a:lnTo>
                  <a:lnTo>
                    <a:pt x="642" y="791"/>
                  </a:lnTo>
                  <a:lnTo>
                    <a:pt x="635" y="795"/>
                  </a:lnTo>
                  <a:lnTo>
                    <a:pt x="625" y="798"/>
                  </a:lnTo>
                  <a:lnTo>
                    <a:pt x="616" y="804"/>
                  </a:lnTo>
                  <a:lnTo>
                    <a:pt x="608" y="808"/>
                  </a:lnTo>
                  <a:lnTo>
                    <a:pt x="597" y="814"/>
                  </a:lnTo>
                  <a:lnTo>
                    <a:pt x="587" y="819"/>
                  </a:lnTo>
                  <a:lnTo>
                    <a:pt x="574" y="825"/>
                  </a:lnTo>
                  <a:lnTo>
                    <a:pt x="564" y="831"/>
                  </a:lnTo>
                  <a:lnTo>
                    <a:pt x="551" y="836"/>
                  </a:lnTo>
                  <a:lnTo>
                    <a:pt x="538" y="842"/>
                  </a:lnTo>
                  <a:lnTo>
                    <a:pt x="524" y="850"/>
                  </a:lnTo>
                  <a:lnTo>
                    <a:pt x="511" y="855"/>
                  </a:lnTo>
                  <a:lnTo>
                    <a:pt x="498" y="863"/>
                  </a:lnTo>
                  <a:lnTo>
                    <a:pt x="483" y="869"/>
                  </a:lnTo>
                  <a:lnTo>
                    <a:pt x="469" y="876"/>
                  </a:lnTo>
                  <a:lnTo>
                    <a:pt x="454" y="884"/>
                  </a:lnTo>
                  <a:lnTo>
                    <a:pt x="439" y="890"/>
                  </a:lnTo>
                  <a:lnTo>
                    <a:pt x="424" y="897"/>
                  </a:lnTo>
                  <a:lnTo>
                    <a:pt x="409" y="903"/>
                  </a:lnTo>
                  <a:lnTo>
                    <a:pt x="393" y="911"/>
                  </a:lnTo>
                  <a:lnTo>
                    <a:pt x="378" y="918"/>
                  </a:lnTo>
                  <a:lnTo>
                    <a:pt x="363" y="926"/>
                  </a:lnTo>
                  <a:lnTo>
                    <a:pt x="348" y="933"/>
                  </a:lnTo>
                  <a:lnTo>
                    <a:pt x="332" y="941"/>
                  </a:lnTo>
                  <a:lnTo>
                    <a:pt x="317" y="947"/>
                  </a:lnTo>
                  <a:lnTo>
                    <a:pt x="300" y="954"/>
                  </a:lnTo>
                  <a:lnTo>
                    <a:pt x="285" y="960"/>
                  </a:lnTo>
                  <a:lnTo>
                    <a:pt x="270" y="968"/>
                  </a:lnTo>
                  <a:lnTo>
                    <a:pt x="255" y="975"/>
                  </a:lnTo>
                  <a:lnTo>
                    <a:pt x="239" y="981"/>
                  </a:lnTo>
                  <a:lnTo>
                    <a:pt x="224" y="989"/>
                  </a:lnTo>
                  <a:lnTo>
                    <a:pt x="209" y="996"/>
                  </a:lnTo>
                  <a:lnTo>
                    <a:pt x="194" y="1002"/>
                  </a:lnTo>
                  <a:lnTo>
                    <a:pt x="180" y="1008"/>
                  </a:lnTo>
                  <a:lnTo>
                    <a:pt x="165" y="1015"/>
                  </a:lnTo>
                  <a:lnTo>
                    <a:pt x="154" y="1021"/>
                  </a:lnTo>
                  <a:lnTo>
                    <a:pt x="140" y="1027"/>
                  </a:lnTo>
                  <a:lnTo>
                    <a:pt x="127" y="1032"/>
                  </a:lnTo>
                  <a:lnTo>
                    <a:pt x="114" y="1038"/>
                  </a:lnTo>
                  <a:lnTo>
                    <a:pt x="104" y="1044"/>
                  </a:lnTo>
                  <a:lnTo>
                    <a:pt x="91" y="1049"/>
                  </a:lnTo>
                  <a:lnTo>
                    <a:pt x="82" y="1053"/>
                  </a:lnTo>
                  <a:lnTo>
                    <a:pt x="70" y="1059"/>
                  </a:lnTo>
                  <a:lnTo>
                    <a:pt x="61" y="1063"/>
                  </a:lnTo>
                  <a:lnTo>
                    <a:pt x="51" y="1067"/>
                  </a:lnTo>
                  <a:lnTo>
                    <a:pt x="43" y="1070"/>
                  </a:lnTo>
                  <a:lnTo>
                    <a:pt x="34" y="1072"/>
                  </a:lnTo>
                  <a:lnTo>
                    <a:pt x="28" y="1078"/>
                  </a:lnTo>
                  <a:lnTo>
                    <a:pt x="21" y="1080"/>
                  </a:lnTo>
                  <a:lnTo>
                    <a:pt x="15" y="1082"/>
                  </a:lnTo>
                  <a:lnTo>
                    <a:pt x="11" y="1084"/>
                  </a:lnTo>
                  <a:lnTo>
                    <a:pt x="7" y="1086"/>
                  </a:lnTo>
                  <a:lnTo>
                    <a:pt x="2" y="1089"/>
                  </a:lnTo>
                  <a:lnTo>
                    <a:pt x="0" y="1091"/>
                  </a:lnTo>
                  <a:lnTo>
                    <a:pt x="4" y="1116"/>
                  </a:lnTo>
                  <a:lnTo>
                    <a:pt x="4" y="1114"/>
                  </a:lnTo>
                  <a:lnTo>
                    <a:pt x="9" y="1112"/>
                  </a:lnTo>
                  <a:lnTo>
                    <a:pt x="13" y="1110"/>
                  </a:lnTo>
                  <a:lnTo>
                    <a:pt x="19" y="1108"/>
                  </a:lnTo>
                  <a:lnTo>
                    <a:pt x="24" y="1105"/>
                  </a:lnTo>
                  <a:lnTo>
                    <a:pt x="32" y="1103"/>
                  </a:lnTo>
                  <a:lnTo>
                    <a:pt x="40" y="1099"/>
                  </a:lnTo>
                  <a:lnTo>
                    <a:pt x="47" y="1095"/>
                  </a:lnTo>
                  <a:lnTo>
                    <a:pt x="55" y="1091"/>
                  </a:lnTo>
                  <a:lnTo>
                    <a:pt x="66" y="1086"/>
                  </a:lnTo>
                  <a:lnTo>
                    <a:pt x="76" y="1082"/>
                  </a:lnTo>
                  <a:lnTo>
                    <a:pt x="87" y="1076"/>
                  </a:lnTo>
                  <a:lnTo>
                    <a:pt x="99" y="1072"/>
                  </a:lnTo>
                  <a:lnTo>
                    <a:pt x="112" y="1067"/>
                  </a:lnTo>
                  <a:lnTo>
                    <a:pt x="123" y="1059"/>
                  </a:lnTo>
                  <a:lnTo>
                    <a:pt x="135" y="1053"/>
                  </a:lnTo>
                  <a:lnTo>
                    <a:pt x="148" y="1047"/>
                  </a:lnTo>
                  <a:lnTo>
                    <a:pt x="163" y="1042"/>
                  </a:lnTo>
                  <a:lnTo>
                    <a:pt x="177" y="1034"/>
                  </a:lnTo>
                  <a:lnTo>
                    <a:pt x="192" y="1028"/>
                  </a:lnTo>
                  <a:lnTo>
                    <a:pt x="207" y="1021"/>
                  </a:lnTo>
                  <a:lnTo>
                    <a:pt x="222" y="1015"/>
                  </a:lnTo>
                  <a:lnTo>
                    <a:pt x="237" y="1008"/>
                  </a:lnTo>
                  <a:lnTo>
                    <a:pt x="253" y="1000"/>
                  </a:lnTo>
                  <a:lnTo>
                    <a:pt x="268" y="992"/>
                  </a:lnTo>
                  <a:lnTo>
                    <a:pt x="285" y="987"/>
                  </a:lnTo>
                  <a:lnTo>
                    <a:pt x="302" y="979"/>
                  </a:lnTo>
                  <a:lnTo>
                    <a:pt x="317" y="971"/>
                  </a:lnTo>
                  <a:lnTo>
                    <a:pt x="334" y="964"/>
                  </a:lnTo>
                  <a:lnTo>
                    <a:pt x="351" y="956"/>
                  </a:lnTo>
                  <a:lnTo>
                    <a:pt x="367" y="949"/>
                  </a:lnTo>
                  <a:lnTo>
                    <a:pt x="382" y="941"/>
                  </a:lnTo>
                  <a:lnTo>
                    <a:pt x="399" y="933"/>
                  </a:lnTo>
                  <a:lnTo>
                    <a:pt x="416" y="926"/>
                  </a:lnTo>
                  <a:lnTo>
                    <a:pt x="431" y="918"/>
                  </a:lnTo>
                  <a:lnTo>
                    <a:pt x="447" y="911"/>
                  </a:lnTo>
                  <a:lnTo>
                    <a:pt x="462" y="903"/>
                  </a:lnTo>
                  <a:lnTo>
                    <a:pt x="479" y="895"/>
                  </a:lnTo>
                  <a:lnTo>
                    <a:pt x="492" y="888"/>
                  </a:lnTo>
                  <a:lnTo>
                    <a:pt x="507" y="880"/>
                  </a:lnTo>
                  <a:lnTo>
                    <a:pt x="523" y="873"/>
                  </a:lnTo>
                  <a:lnTo>
                    <a:pt x="538" y="867"/>
                  </a:lnTo>
                  <a:lnTo>
                    <a:pt x="551" y="859"/>
                  </a:lnTo>
                  <a:lnTo>
                    <a:pt x="564" y="854"/>
                  </a:lnTo>
                  <a:lnTo>
                    <a:pt x="578" y="848"/>
                  </a:lnTo>
                  <a:lnTo>
                    <a:pt x="591" y="842"/>
                  </a:lnTo>
                  <a:lnTo>
                    <a:pt x="602" y="835"/>
                  </a:lnTo>
                  <a:lnTo>
                    <a:pt x="614" y="829"/>
                  </a:lnTo>
                  <a:lnTo>
                    <a:pt x="625" y="825"/>
                  </a:lnTo>
                  <a:lnTo>
                    <a:pt x="637" y="819"/>
                  </a:lnTo>
                  <a:lnTo>
                    <a:pt x="644" y="814"/>
                  </a:lnTo>
                  <a:lnTo>
                    <a:pt x="654" y="810"/>
                  </a:lnTo>
                  <a:lnTo>
                    <a:pt x="661" y="806"/>
                  </a:lnTo>
                  <a:lnTo>
                    <a:pt x="671" y="802"/>
                  </a:lnTo>
                  <a:lnTo>
                    <a:pt x="677" y="798"/>
                  </a:lnTo>
                  <a:lnTo>
                    <a:pt x="682" y="795"/>
                  </a:lnTo>
                  <a:lnTo>
                    <a:pt x="688" y="791"/>
                  </a:lnTo>
                  <a:lnTo>
                    <a:pt x="694" y="789"/>
                  </a:lnTo>
                  <a:lnTo>
                    <a:pt x="699" y="785"/>
                  </a:lnTo>
                  <a:lnTo>
                    <a:pt x="701" y="783"/>
                  </a:lnTo>
                  <a:lnTo>
                    <a:pt x="701" y="779"/>
                  </a:lnTo>
                  <a:lnTo>
                    <a:pt x="701" y="778"/>
                  </a:lnTo>
                  <a:lnTo>
                    <a:pt x="701" y="770"/>
                  </a:lnTo>
                  <a:lnTo>
                    <a:pt x="701" y="766"/>
                  </a:lnTo>
                  <a:lnTo>
                    <a:pt x="701" y="758"/>
                  </a:lnTo>
                  <a:lnTo>
                    <a:pt x="701" y="751"/>
                  </a:lnTo>
                  <a:lnTo>
                    <a:pt x="701" y="741"/>
                  </a:lnTo>
                  <a:lnTo>
                    <a:pt x="701" y="734"/>
                  </a:lnTo>
                  <a:lnTo>
                    <a:pt x="699" y="728"/>
                  </a:lnTo>
                  <a:lnTo>
                    <a:pt x="699" y="724"/>
                  </a:lnTo>
                  <a:lnTo>
                    <a:pt x="699" y="719"/>
                  </a:lnTo>
                  <a:lnTo>
                    <a:pt x="699" y="713"/>
                  </a:lnTo>
                  <a:lnTo>
                    <a:pt x="699" y="707"/>
                  </a:lnTo>
                  <a:lnTo>
                    <a:pt x="699" y="703"/>
                  </a:lnTo>
                  <a:lnTo>
                    <a:pt x="699" y="698"/>
                  </a:lnTo>
                  <a:lnTo>
                    <a:pt x="699" y="692"/>
                  </a:lnTo>
                  <a:lnTo>
                    <a:pt x="697" y="684"/>
                  </a:lnTo>
                  <a:lnTo>
                    <a:pt x="697" y="681"/>
                  </a:lnTo>
                  <a:lnTo>
                    <a:pt x="697" y="673"/>
                  </a:lnTo>
                  <a:lnTo>
                    <a:pt x="697" y="669"/>
                  </a:lnTo>
                  <a:lnTo>
                    <a:pt x="697" y="663"/>
                  </a:lnTo>
                  <a:lnTo>
                    <a:pt x="697" y="656"/>
                  </a:lnTo>
                  <a:lnTo>
                    <a:pt x="697" y="650"/>
                  </a:lnTo>
                  <a:lnTo>
                    <a:pt x="697" y="646"/>
                  </a:lnTo>
                  <a:lnTo>
                    <a:pt x="696" y="639"/>
                  </a:lnTo>
                  <a:lnTo>
                    <a:pt x="696" y="633"/>
                  </a:lnTo>
                  <a:lnTo>
                    <a:pt x="696" y="627"/>
                  </a:lnTo>
                  <a:lnTo>
                    <a:pt x="696" y="622"/>
                  </a:lnTo>
                  <a:lnTo>
                    <a:pt x="694" y="616"/>
                  </a:lnTo>
                  <a:lnTo>
                    <a:pt x="694" y="610"/>
                  </a:lnTo>
                  <a:lnTo>
                    <a:pt x="694" y="604"/>
                  </a:lnTo>
                  <a:lnTo>
                    <a:pt x="694" y="599"/>
                  </a:lnTo>
                  <a:lnTo>
                    <a:pt x="694" y="593"/>
                  </a:lnTo>
                  <a:lnTo>
                    <a:pt x="694" y="589"/>
                  </a:lnTo>
                  <a:lnTo>
                    <a:pt x="694" y="584"/>
                  </a:lnTo>
                  <a:lnTo>
                    <a:pt x="694" y="578"/>
                  </a:lnTo>
                  <a:lnTo>
                    <a:pt x="694" y="574"/>
                  </a:lnTo>
                  <a:lnTo>
                    <a:pt x="694" y="568"/>
                  </a:lnTo>
                  <a:lnTo>
                    <a:pt x="694" y="565"/>
                  </a:lnTo>
                  <a:lnTo>
                    <a:pt x="694" y="561"/>
                  </a:lnTo>
                  <a:lnTo>
                    <a:pt x="692" y="551"/>
                  </a:lnTo>
                  <a:lnTo>
                    <a:pt x="692" y="546"/>
                  </a:lnTo>
                  <a:lnTo>
                    <a:pt x="692" y="538"/>
                  </a:lnTo>
                  <a:lnTo>
                    <a:pt x="692" y="534"/>
                  </a:lnTo>
                  <a:lnTo>
                    <a:pt x="692" y="527"/>
                  </a:lnTo>
                  <a:lnTo>
                    <a:pt x="692" y="525"/>
                  </a:lnTo>
                  <a:lnTo>
                    <a:pt x="737" y="0"/>
                  </a:lnTo>
                  <a:lnTo>
                    <a:pt x="711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Freeform 48"/>
            <p:cNvSpPr>
              <a:spLocks/>
            </p:cNvSpPr>
            <p:nvPr/>
          </p:nvSpPr>
          <p:spPr bwMode="auto">
            <a:xfrm>
              <a:off x="1205" y="2368"/>
              <a:ext cx="559" cy="441"/>
            </a:xfrm>
            <a:custGeom>
              <a:avLst/>
              <a:gdLst>
                <a:gd name="T0" fmla="*/ 0 w 1118"/>
                <a:gd name="T1" fmla="*/ 1 h 880"/>
                <a:gd name="T2" fmla="*/ 0 w 1118"/>
                <a:gd name="T3" fmla="*/ 1 h 880"/>
                <a:gd name="T4" fmla="*/ 1 w 1118"/>
                <a:gd name="T5" fmla="*/ 1 h 880"/>
                <a:gd name="T6" fmla="*/ 1 w 1118"/>
                <a:gd name="T7" fmla="*/ 1 h 880"/>
                <a:gd name="T8" fmla="*/ 1 w 1118"/>
                <a:gd name="T9" fmla="*/ 1 h 880"/>
                <a:gd name="T10" fmla="*/ 1 w 1118"/>
                <a:gd name="T11" fmla="*/ 1 h 880"/>
                <a:gd name="T12" fmla="*/ 1 w 1118"/>
                <a:gd name="T13" fmla="*/ 1 h 880"/>
                <a:gd name="T14" fmla="*/ 1 w 1118"/>
                <a:gd name="T15" fmla="*/ 1 h 880"/>
                <a:gd name="T16" fmla="*/ 1 w 1118"/>
                <a:gd name="T17" fmla="*/ 1 h 880"/>
                <a:gd name="T18" fmla="*/ 1 w 1118"/>
                <a:gd name="T19" fmla="*/ 1 h 880"/>
                <a:gd name="T20" fmla="*/ 1 w 1118"/>
                <a:gd name="T21" fmla="*/ 1 h 880"/>
                <a:gd name="T22" fmla="*/ 1 w 1118"/>
                <a:gd name="T23" fmla="*/ 1 h 880"/>
                <a:gd name="T24" fmla="*/ 1 w 1118"/>
                <a:gd name="T25" fmla="*/ 1 h 880"/>
                <a:gd name="T26" fmla="*/ 1 w 1118"/>
                <a:gd name="T27" fmla="*/ 1 h 880"/>
                <a:gd name="T28" fmla="*/ 1 w 1118"/>
                <a:gd name="T29" fmla="*/ 1 h 880"/>
                <a:gd name="T30" fmla="*/ 1 w 1118"/>
                <a:gd name="T31" fmla="*/ 1 h 880"/>
                <a:gd name="T32" fmla="*/ 1 w 1118"/>
                <a:gd name="T33" fmla="*/ 1 h 880"/>
                <a:gd name="T34" fmla="*/ 1 w 1118"/>
                <a:gd name="T35" fmla="*/ 1 h 880"/>
                <a:gd name="T36" fmla="*/ 1 w 1118"/>
                <a:gd name="T37" fmla="*/ 1 h 880"/>
                <a:gd name="T38" fmla="*/ 1 w 1118"/>
                <a:gd name="T39" fmla="*/ 1 h 880"/>
                <a:gd name="T40" fmla="*/ 1 w 1118"/>
                <a:gd name="T41" fmla="*/ 1 h 880"/>
                <a:gd name="T42" fmla="*/ 1 w 1118"/>
                <a:gd name="T43" fmla="*/ 1 h 880"/>
                <a:gd name="T44" fmla="*/ 1 w 1118"/>
                <a:gd name="T45" fmla="*/ 1 h 880"/>
                <a:gd name="T46" fmla="*/ 1 w 1118"/>
                <a:gd name="T47" fmla="*/ 1 h 880"/>
                <a:gd name="T48" fmla="*/ 1 w 1118"/>
                <a:gd name="T49" fmla="*/ 1 h 880"/>
                <a:gd name="T50" fmla="*/ 1 w 1118"/>
                <a:gd name="T51" fmla="*/ 1 h 880"/>
                <a:gd name="T52" fmla="*/ 1 w 1118"/>
                <a:gd name="T53" fmla="*/ 1 h 880"/>
                <a:gd name="T54" fmla="*/ 1 w 1118"/>
                <a:gd name="T55" fmla="*/ 1 h 880"/>
                <a:gd name="T56" fmla="*/ 1 w 1118"/>
                <a:gd name="T57" fmla="*/ 1 h 880"/>
                <a:gd name="T58" fmla="*/ 1 w 1118"/>
                <a:gd name="T59" fmla="*/ 1 h 880"/>
                <a:gd name="T60" fmla="*/ 1 w 1118"/>
                <a:gd name="T61" fmla="*/ 1 h 880"/>
                <a:gd name="T62" fmla="*/ 1 w 1118"/>
                <a:gd name="T63" fmla="*/ 1 h 880"/>
                <a:gd name="T64" fmla="*/ 1 w 1118"/>
                <a:gd name="T65" fmla="*/ 1 h 880"/>
                <a:gd name="T66" fmla="*/ 1 w 1118"/>
                <a:gd name="T67" fmla="*/ 1 h 880"/>
                <a:gd name="T68" fmla="*/ 1 w 1118"/>
                <a:gd name="T69" fmla="*/ 1 h 880"/>
                <a:gd name="T70" fmla="*/ 1 w 1118"/>
                <a:gd name="T71" fmla="*/ 1 h 880"/>
                <a:gd name="T72" fmla="*/ 1 w 1118"/>
                <a:gd name="T73" fmla="*/ 1 h 880"/>
                <a:gd name="T74" fmla="*/ 1 w 1118"/>
                <a:gd name="T75" fmla="*/ 1 h 880"/>
                <a:gd name="T76" fmla="*/ 1 w 1118"/>
                <a:gd name="T77" fmla="*/ 1 h 880"/>
                <a:gd name="T78" fmla="*/ 1 w 1118"/>
                <a:gd name="T79" fmla="*/ 1 h 880"/>
                <a:gd name="T80" fmla="*/ 1 w 1118"/>
                <a:gd name="T81" fmla="*/ 1 h 880"/>
                <a:gd name="T82" fmla="*/ 1 w 1118"/>
                <a:gd name="T83" fmla="*/ 1 h 880"/>
                <a:gd name="T84" fmla="*/ 1 w 1118"/>
                <a:gd name="T85" fmla="*/ 1 h 880"/>
                <a:gd name="T86" fmla="*/ 1 w 1118"/>
                <a:gd name="T87" fmla="*/ 1 h 880"/>
                <a:gd name="T88" fmla="*/ 1 w 1118"/>
                <a:gd name="T89" fmla="*/ 1 h 880"/>
                <a:gd name="T90" fmla="*/ 1 w 1118"/>
                <a:gd name="T91" fmla="*/ 1 h 880"/>
                <a:gd name="T92" fmla="*/ 1 w 1118"/>
                <a:gd name="T93" fmla="*/ 1 h 880"/>
                <a:gd name="T94" fmla="*/ 1 w 1118"/>
                <a:gd name="T95" fmla="*/ 1 h 880"/>
                <a:gd name="T96" fmla="*/ 1 w 1118"/>
                <a:gd name="T97" fmla="*/ 1 h 880"/>
                <a:gd name="T98" fmla="*/ 1 w 1118"/>
                <a:gd name="T99" fmla="*/ 1 h 880"/>
                <a:gd name="T100" fmla="*/ 1 w 1118"/>
                <a:gd name="T101" fmla="*/ 1 h 880"/>
                <a:gd name="T102" fmla="*/ 1 w 1118"/>
                <a:gd name="T103" fmla="*/ 1 h 880"/>
                <a:gd name="T104" fmla="*/ 1 w 1118"/>
                <a:gd name="T105" fmla="*/ 1 h 880"/>
                <a:gd name="T106" fmla="*/ 1 w 1118"/>
                <a:gd name="T107" fmla="*/ 1 h 880"/>
                <a:gd name="T108" fmla="*/ 1 w 1118"/>
                <a:gd name="T109" fmla="*/ 1 h 880"/>
                <a:gd name="T110" fmla="*/ 1 w 1118"/>
                <a:gd name="T111" fmla="*/ 1 h 880"/>
                <a:gd name="T112" fmla="*/ 1 w 1118"/>
                <a:gd name="T113" fmla="*/ 1 h 880"/>
                <a:gd name="T114" fmla="*/ 1 w 1118"/>
                <a:gd name="T115" fmla="*/ 1 h 880"/>
                <a:gd name="T116" fmla="*/ 1 w 1118"/>
                <a:gd name="T117" fmla="*/ 1 h 880"/>
                <a:gd name="T118" fmla="*/ 1 w 1118"/>
                <a:gd name="T119" fmla="*/ 1 h 880"/>
                <a:gd name="T120" fmla="*/ 1 w 1118"/>
                <a:gd name="T121" fmla="*/ 1 h 880"/>
                <a:gd name="T122" fmla="*/ 1 w 1118"/>
                <a:gd name="T123" fmla="*/ 1 h 88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1118"/>
                <a:gd name="T187" fmla="*/ 0 h 880"/>
                <a:gd name="T188" fmla="*/ 1118 w 1118"/>
                <a:gd name="T189" fmla="*/ 880 h 88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1118" h="880">
                  <a:moveTo>
                    <a:pt x="0" y="0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8"/>
                  </a:lnTo>
                  <a:lnTo>
                    <a:pt x="0" y="34"/>
                  </a:lnTo>
                  <a:lnTo>
                    <a:pt x="2" y="44"/>
                  </a:lnTo>
                  <a:lnTo>
                    <a:pt x="2" y="49"/>
                  </a:lnTo>
                  <a:lnTo>
                    <a:pt x="4" y="61"/>
                  </a:lnTo>
                  <a:lnTo>
                    <a:pt x="4" y="70"/>
                  </a:lnTo>
                  <a:lnTo>
                    <a:pt x="4" y="80"/>
                  </a:lnTo>
                  <a:lnTo>
                    <a:pt x="6" y="91"/>
                  </a:lnTo>
                  <a:lnTo>
                    <a:pt x="6" y="102"/>
                  </a:lnTo>
                  <a:lnTo>
                    <a:pt x="6" y="114"/>
                  </a:lnTo>
                  <a:lnTo>
                    <a:pt x="8" y="127"/>
                  </a:lnTo>
                  <a:lnTo>
                    <a:pt x="8" y="139"/>
                  </a:lnTo>
                  <a:lnTo>
                    <a:pt x="9" y="152"/>
                  </a:lnTo>
                  <a:lnTo>
                    <a:pt x="11" y="165"/>
                  </a:lnTo>
                  <a:lnTo>
                    <a:pt x="13" y="180"/>
                  </a:lnTo>
                  <a:lnTo>
                    <a:pt x="13" y="194"/>
                  </a:lnTo>
                  <a:lnTo>
                    <a:pt x="15" y="209"/>
                  </a:lnTo>
                  <a:lnTo>
                    <a:pt x="15" y="224"/>
                  </a:lnTo>
                  <a:lnTo>
                    <a:pt x="17" y="239"/>
                  </a:lnTo>
                  <a:lnTo>
                    <a:pt x="19" y="255"/>
                  </a:lnTo>
                  <a:lnTo>
                    <a:pt x="21" y="270"/>
                  </a:lnTo>
                  <a:lnTo>
                    <a:pt x="21" y="285"/>
                  </a:lnTo>
                  <a:lnTo>
                    <a:pt x="23" y="302"/>
                  </a:lnTo>
                  <a:lnTo>
                    <a:pt x="23" y="317"/>
                  </a:lnTo>
                  <a:lnTo>
                    <a:pt x="25" y="333"/>
                  </a:lnTo>
                  <a:lnTo>
                    <a:pt x="25" y="348"/>
                  </a:lnTo>
                  <a:lnTo>
                    <a:pt x="27" y="365"/>
                  </a:lnTo>
                  <a:lnTo>
                    <a:pt x="28" y="380"/>
                  </a:lnTo>
                  <a:lnTo>
                    <a:pt x="28" y="395"/>
                  </a:lnTo>
                  <a:lnTo>
                    <a:pt x="28" y="411"/>
                  </a:lnTo>
                  <a:lnTo>
                    <a:pt x="30" y="426"/>
                  </a:lnTo>
                  <a:lnTo>
                    <a:pt x="32" y="441"/>
                  </a:lnTo>
                  <a:lnTo>
                    <a:pt x="34" y="456"/>
                  </a:lnTo>
                  <a:lnTo>
                    <a:pt x="34" y="471"/>
                  </a:lnTo>
                  <a:lnTo>
                    <a:pt x="34" y="485"/>
                  </a:lnTo>
                  <a:lnTo>
                    <a:pt x="36" y="500"/>
                  </a:lnTo>
                  <a:lnTo>
                    <a:pt x="38" y="513"/>
                  </a:lnTo>
                  <a:lnTo>
                    <a:pt x="38" y="526"/>
                  </a:lnTo>
                  <a:lnTo>
                    <a:pt x="40" y="540"/>
                  </a:lnTo>
                  <a:lnTo>
                    <a:pt x="40" y="553"/>
                  </a:lnTo>
                  <a:lnTo>
                    <a:pt x="42" y="566"/>
                  </a:lnTo>
                  <a:lnTo>
                    <a:pt x="42" y="576"/>
                  </a:lnTo>
                  <a:lnTo>
                    <a:pt x="42" y="589"/>
                  </a:lnTo>
                  <a:lnTo>
                    <a:pt x="42" y="599"/>
                  </a:lnTo>
                  <a:lnTo>
                    <a:pt x="44" y="610"/>
                  </a:lnTo>
                  <a:lnTo>
                    <a:pt x="44" y="618"/>
                  </a:lnTo>
                  <a:lnTo>
                    <a:pt x="44" y="627"/>
                  </a:lnTo>
                  <a:lnTo>
                    <a:pt x="46" y="637"/>
                  </a:lnTo>
                  <a:lnTo>
                    <a:pt x="46" y="644"/>
                  </a:lnTo>
                  <a:lnTo>
                    <a:pt x="46" y="652"/>
                  </a:lnTo>
                  <a:lnTo>
                    <a:pt x="46" y="658"/>
                  </a:lnTo>
                  <a:lnTo>
                    <a:pt x="46" y="661"/>
                  </a:lnTo>
                  <a:lnTo>
                    <a:pt x="47" y="667"/>
                  </a:lnTo>
                  <a:lnTo>
                    <a:pt x="47" y="673"/>
                  </a:lnTo>
                  <a:lnTo>
                    <a:pt x="47" y="675"/>
                  </a:lnTo>
                  <a:lnTo>
                    <a:pt x="47" y="677"/>
                  </a:lnTo>
                  <a:lnTo>
                    <a:pt x="47" y="680"/>
                  </a:lnTo>
                  <a:lnTo>
                    <a:pt x="46" y="682"/>
                  </a:lnTo>
                  <a:lnTo>
                    <a:pt x="44" y="690"/>
                  </a:lnTo>
                  <a:lnTo>
                    <a:pt x="42" y="692"/>
                  </a:lnTo>
                  <a:lnTo>
                    <a:pt x="42" y="696"/>
                  </a:lnTo>
                  <a:lnTo>
                    <a:pt x="40" y="701"/>
                  </a:lnTo>
                  <a:lnTo>
                    <a:pt x="40" y="707"/>
                  </a:lnTo>
                  <a:lnTo>
                    <a:pt x="38" y="711"/>
                  </a:lnTo>
                  <a:lnTo>
                    <a:pt x="38" y="717"/>
                  </a:lnTo>
                  <a:lnTo>
                    <a:pt x="36" y="722"/>
                  </a:lnTo>
                  <a:lnTo>
                    <a:pt x="36" y="728"/>
                  </a:lnTo>
                  <a:lnTo>
                    <a:pt x="34" y="734"/>
                  </a:lnTo>
                  <a:lnTo>
                    <a:pt x="34" y="739"/>
                  </a:lnTo>
                  <a:lnTo>
                    <a:pt x="34" y="745"/>
                  </a:lnTo>
                  <a:lnTo>
                    <a:pt x="34" y="753"/>
                  </a:lnTo>
                  <a:lnTo>
                    <a:pt x="32" y="757"/>
                  </a:lnTo>
                  <a:lnTo>
                    <a:pt x="30" y="762"/>
                  </a:lnTo>
                  <a:lnTo>
                    <a:pt x="30" y="768"/>
                  </a:lnTo>
                  <a:lnTo>
                    <a:pt x="28" y="774"/>
                  </a:lnTo>
                  <a:lnTo>
                    <a:pt x="28" y="779"/>
                  </a:lnTo>
                  <a:lnTo>
                    <a:pt x="28" y="783"/>
                  </a:lnTo>
                  <a:lnTo>
                    <a:pt x="28" y="789"/>
                  </a:lnTo>
                  <a:lnTo>
                    <a:pt x="28" y="795"/>
                  </a:lnTo>
                  <a:lnTo>
                    <a:pt x="28" y="802"/>
                  </a:lnTo>
                  <a:lnTo>
                    <a:pt x="28" y="810"/>
                  </a:lnTo>
                  <a:lnTo>
                    <a:pt x="28" y="815"/>
                  </a:lnTo>
                  <a:lnTo>
                    <a:pt x="32" y="819"/>
                  </a:lnTo>
                  <a:lnTo>
                    <a:pt x="34" y="819"/>
                  </a:lnTo>
                  <a:lnTo>
                    <a:pt x="38" y="819"/>
                  </a:lnTo>
                  <a:lnTo>
                    <a:pt x="44" y="821"/>
                  </a:lnTo>
                  <a:lnTo>
                    <a:pt x="51" y="821"/>
                  </a:lnTo>
                  <a:lnTo>
                    <a:pt x="59" y="821"/>
                  </a:lnTo>
                  <a:lnTo>
                    <a:pt x="68" y="823"/>
                  </a:lnTo>
                  <a:lnTo>
                    <a:pt x="80" y="825"/>
                  </a:lnTo>
                  <a:lnTo>
                    <a:pt x="91" y="825"/>
                  </a:lnTo>
                  <a:lnTo>
                    <a:pt x="104" y="827"/>
                  </a:lnTo>
                  <a:lnTo>
                    <a:pt x="118" y="827"/>
                  </a:lnTo>
                  <a:lnTo>
                    <a:pt x="133" y="827"/>
                  </a:lnTo>
                  <a:lnTo>
                    <a:pt x="148" y="829"/>
                  </a:lnTo>
                  <a:lnTo>
                    <a:pt x="165" y="831"/>
                  </a:lnTo>
                  <a:lnTo>
                    <a:pt x="184" y="831"/>
                  </a:lnTo>
                  <a:lnTo>
                    <a:pt x="203" y="833"/>
                  </a:lnTo>
                  <a:lnTo>
                    <a:pt x="222" y="833"/>
                  </a:lnTo>
                  <a:lnTo>
                    <a:pt x="241" y="835"/>
                  </a:lnTo>
                  <a:lnTo>
                    <a:pt x="262" y="835"/>
                  </a:lnTo>
                  <a:lnTo>
                    <a:pt x="283" y="836"/>
                  </a:lnTo>
                  <a:lnTo>
                    <a:pt x="306" y="838"/>
                  </a:lnTo>
                  <a:lnTo>
                    <a:pt x="329" y="840"/>
                  </a:lnTo>
                  <a:lnTo>
                    <a:pt x="352" y="840"/>
                  </a:lnTo>
                  <a:lnTo>
                    <a:pt x="376" y="842"/>
                  </a:lnTo>
                  <a:lnTo>
                    <a:pt x="399" y="842"/>
                  </a:lnTo>
                  <a:lnTo>
                    <a:pt x="424" y="844"/>
                  </a:lnTo>
                  <a:lnTo>
                    <a:pt x="447" y="846"/>
                  </a:lnTo>
                  <a:lnTo>
                    <a:pt x="473" y="848"/>
                  </a:lnTo>
                  <a:lnTo>
                    <a:pt x="498" y="848"/>
                  </a:lnTo>
                  <a:lnTo>
                    <a:pt x="523" y="850"/>
                  </a:lnTo>
                  <a:lnTo>
                    <a:pt x="547" y="852"/>
                  </a:lnTo>
                  <a:lnTo>
                    <a:pt x="574" y="854"/>
                  </a:lnTo>
                  <a:lnTo>
                    <a:pt x="597" y="854"/>
                  </a:lnTo>
                  <a:lnTo>
                    <a:pt x="623" y="855"/>
                  </a:lnTo>
                  <a:lnTo>
                    <a:pt x="646" y="855"/>
                  </a:lnTo>
                  <a:lnTo>
                    <a:pt x="673" y="857"/>
                  </a:lnTo>
                  <a:lnTo>
                    <a:pt x="696" y="859"/>
                  </a:lnTo>
                  <a:lnTo>
                    <a:pt x="720" y="861"/>
                  </a:lnTo>
                  <a:lnTo>
                    <a:pt x="745" y="861"/>
                  </a:lnTo>
                  <a:lnTo>
                    <a:pt x="768" y="863"/>
                  </a:lnTo>
                  <a:lnTo>
                    <a:pt x="791" y="863"/>
                  </a:lnTo>
                  <a:lnTo>
                    <a:pt x="814" y="865"/>
                  </a:lnTo>
                  <a:lnTo>
                    <a:pt x="836" y="865"/>
                  </a:lnTo>
                  <a:lnTo>
                    <a:pt x="859" y="867"/>
                  </a:lnTo>
                  <a:lnTo>
                    <a:pt x="880" y="869"/>
                  </a:lnTo>
                  <a:lnTo>
                    <a:pt x="901" y="869"/>
                  </a:lnTo>
                  <a:lnTo>
                    <a:pt x="920" y="871"/>
                  </a:lnTo>
                  <a:lnTo>
                    <a:pt x="941" y="873"/>
                  </a:lnTo>
                  <a:lnTo>
                    <a:pt x="958" y="873"/>
                  </a:lnTo>
                  <a:lnTo>
                    <a:pt x="975" y="873"/>
                  </a:lnTo>
                  <a:lnTo>
                    <a:pt x="992" y="874"/>
                  </a:lnTo>
                  <a:lnTo>
                    <a:pt x="1009" y="874"/>
                  </a:lnTo>
                  <a:lnTo>
                    <a:pt x="1023" y="876"/>
                  </a:lnTo>
                  <a:lnTo>
                    <a:pt x="1036" y="876"/>
                  </a:lnTo>
                  <a:lnTo>
                    <a:pt x="1049" y="876"/>
                  </a:lnTo>
                  <a:lnTo>
                    <a:pt x="1061" y="878"/>
                  </a:lnTo>
                  <a:lnTo>
                    <a:pt x="1070" y="878"/>
                  </a:lnTo>
                  <a:lnTo>
                    <a:pt x="1080" y="878"/>
                  </a:lnTo>
                  <a:lnTo>
                    <a:pt x="1087" y="878"/>
                  </a:lnTo>
                  <a:lnTo>
                    <a:pt x="1095" y="880"/>
                  </a:lnTo>
                  <a:lnTo>
                    <a:pt x="1101" y="880"/>
                  </a:lnTo>
                  <a:lnTo>
                    <a:pt x="1104" y="880"/>
                  </a:lnTo>
                  <a:lnTo>
                    <a:pt x="1106" y="880"/>
                  </a:lnTo>
                  <a:lnTo>
                    <a:pt x="1108" y="880"/>
                  </a:lnTo>
                  <a:lnTo>
                    <a:pt x="1118" y="857"/>
                  </a:lnTo>
                  <a:lnTo>
                    <a:pt x="1116" y="855"/>
                  </a:lnTo>
                  <a:lnTo>
                    <a:pt x="1114" y="855"/>
                  </a:lnTo>
                  <a:lnTo>
                    <a:pt x="1110" y="855"/>
                  </a:lnTo>
                  <a:lnTo>
                    <a:pt x="1106" y="855"/>
                  </a:lnTo>
                  <a:lnTo>
                    <a:pt x="1099" y="855"/>
                  </a:lnTo>
                  <a:lnTo>
                    <a:pt x="1091" y="855"/>
                  </a:lnTo>
                  <a:lnTo>
                    <a:pt x="1082" y="854"/>
                  </a:lnTo>
                  <a:lnTo>
                    <a:pt x="1072" y="854"/>
                  </a:lnTo>
                  <a:lnTo>
                    <a:pt x="1059" y="854"/>
                  </a:lnTo>
                  <a:lnTo>
                    <a:pt x="1047" y="854"/>
                  </a:lnTo>
                  <a:lnTo>
                    <a:pt x="1034" y="852"/>
                  </a:lnTo>
                  <a:lnTo>
                    <a:pt x="1019" y="852"/>
                  </a:lnTo>
                  <a:lnTo>
                    <a:pt x="1002" y="850"/>
                  </a:lnTo>
                  <a:lnTo>
                    <a:pt x="987" y="850"/>
                  </a:lnTo>
                  <a:lnTo>
                    <a:pt x="969" y="848"/>
                  </a:lnTo>
                  <a:lnTo>
                    <a:pt x="952" y="848"/>
                  </a:lnTo>
                  <a:lnTo>
                    <a:pt x="931" y="848"/>
                  </a:lnTo>
                  <a:lnTo>
                    <a:pt x="912" y="846"/>
                  </a:lnTo>
                  <a:lnTo>
                    <a:pt x="892" y="846"/>
                  </a:lnTo>
                  <a:lnTo>
                    <a:pt x="871" y="844"/>
                  </a:lnTo>
                  <a:lnTo>
                    <a:pt x="848" y="842"/>
                  </a:lnTo>
                  <a:lnTo>
                    <a:pt x="825" y="842"/>
                  </a:lnTo>
                  <a:lnTo>
                    <a:pt x="802" y="840"/>
                  </a:lnTo>
                  <a:lnTo>
                    <a:pt x="781" y="840"/>
                  </a:lnTo>
                  <a:lnTo>
                    <a:pt x="757" y="838"/>
                  </a:lnTo>
                  <a:lnTo>
                    <a:pt x="732" y="838"/>
                  </a:lnTo>
                  <a:lnTo>
                    <a:pt x="709" y="836"/>
                  </a:lnTo>
                  <a:lnTo>
                    <a:pt x="684" y="835"/>
                  </a:lnTo>
                  <a:lnTo>
                    <a:pt x="660" y="833"/>
                  </a:lnTo>
                  <a:lnTo>
                    <a:pt x="635" y="833"/>
                  </a:lnTo>
                  <a:lnTo>
                    <a:pt x="610" y="833"/>
                  </a:lnTo>
                  <a:lnTo>
                    <a:pt x="585" y="831"/>
                  </a:lnTo>
                  <a:lnTo>
                    <a:pt x="561" y="829"/>
                  </a:lnTo>
                  <a:lnTo>
                    <a:pt x="534" y="827"/>
                  </a:lnTo>
                  <a:lnTo>
                    <a:pt x="509" y="827"/>
                  </a:lnTo>
                  <a:lnTo>
                    <a:pt x="485" y="825"/>
                  </a:lnTo>
                  <a:lnTo>
                    <a:pt x="460" y="823"/>
                  </a:lnTo>
                  <a:lnTo>
                    <a:pt x="435" y="823"/>
                  </a:lnTo>
                  <a:lnTo>
                    <a:pt x="411" y="821"/>
                  </a:lnTo>
                  <a:lnTo>
                    <a:pt x="390" y="819"/>
                  </a:lnTo>
                  <a:lnTo>
                    <a:pt x="365" y="819"/>
                  </a:lnTo>
                  <a:lnTo>
                    <a:pt x="342" y="817"/>
                  </a:lnTo>
                  <a:lnTo>
                    <a:pt x="319" y="815"/>
                  </a:lnTo>
                  <a:lnTo>
                    <a:pt x="298" y="815"/>
                  </a:lnTo>
                  <a:lnTo>
                    <a:pt x="276" y="814"/>
                  </a:lnTo>
                  <a:lnTo>
                    <a:pt x="255" y="812"/>
                  </a:lnTo>
                  <a:lnTo>
                    <a:pt x="236" y="812"/>
                  </a:lnTo>
                  <a:lnTo>
                    <a:pt x="219" y="810"/>
                  </a:lnTo>
                  <a:lnTo>
                    <a:pt x="198" y="808"/>
                  </a:lnTo>
                  <a:lnTo>
                    <a:pt x="181" y="808"/>
                  </a:lnTo>
                  <a:lnTo>
                    <a:pt x="163" y="806"/>
                  </a:lnTo>
                  <a:lnTo>
                    <a:pt x="148" y="804"/>
                  </a:lnTo>
                  <a:lnTo>
                    <a:pt x="133" y="804"/>
                  </a:lnTo>
                  <a:lnTo>
                    <a:pt x="120" y="802"/>
                  </a:lnTo>
                  <a:lnTo>
                    <a:pt x="106" y="800"/>
                  </a:lnTo>
                  <a:lnTo>
                    <a:pt x="95" y="800"/>
                  </a:lnTo>
                  <a:lnTo>
                    <a:pt x="84" y="798"/>
                  </a:lnTo>
                  <a:lnTo>
                    <a:pt x="76" y="798"/>
                  </a:lnTo>
                  <a:lnTo>
                    <a:pt x="66" y="796"/>
                  </a:lnTo>
                  <a:lnTo>
                    <a:pt x="61" y="796"/>
                  </a:lnTo>
                  <a:lnTo>
                    <a:pt x="55" y="795"/>
                  </a:lnTo>
                  <a:lnTo>
                    <a:pt x="51" y="795"/>
                  </a:lnTo>
                  <a:lnTo>
                    <a:pt x="49" y="793"/>
                  </a:lnTo>
                  <a:lnTo>
                    <a:pt x="49" y="789"/>
                  </a:lnTo>
                  <a:lnTo>
                    <a:pt x="49" y="783"/>
                  </a:lnTo>
                  <a:lnTo>
                    <a:pt x="49" y="776"/>
                  </a:lnTo>
                  <a:lnTo>
                    <a:pt x="49" y="768"/>
                  </a:lnTo>
                  <a:lnTo>
                    <a:pt x="49" y="760"/>
                  </a:lnTo>
                  <a:lnTo>
                    <a:pt x="51" y="753"/>
                  </a:lnTo>
                  <a:lnTo>
                    <a:pt x="53" y="743"/>
                  </a:lnTo>
                  <a:lnTo>
                    <a:pt x="55" y="736"/>
                  </a:lnTo>
                  <a:lnTo>
                    <a:pt x="55" y="728"/>
                  </a:lnTo>
                  <a:lnTo>
                    <a:pt x="57" y="720"/>
                  </a:lnTo>
                  <a:lnTo>
                    <a:pt x="57" y="713"/>
                  </a:lnTo>
                  <a:lnTo>
                    <a:pt x="59" y="707"/>
                  </a:lnTo>
                  <a:lnTo>
                    <a:pt x="59" y="701"/>
                  </a:lnTo>
                  <a:lnTo>
                    <a:pt x="61" y="698"/>
                  </a:lnTo>
                  <a:lnTo>
                    <a:pt x="61" y="696"/>
                  </a:lnTo>
                  <a:lnTo>
                    <a:pt x="63" y="696"/>
                  </a:lnTo>
                  <a:lnTo>
                    <a:pt x="66" y="696"/>
                  </a:lnTo>
                  <a:lnTo>
                    <a:pt x="70" y="696"/>
                  </a:lnTo>
                  <a:lnTo>
                    <a:pt x="76" y="696"/>
                  </a:lnTo>
                  <a:lnTo>
                    <a:pt x="82" y="694"/>
                  </a:lnTo>
                  <a:lnTo>
                    <a:pt x="85" y="694"/>
                  </a:lnTo>
                  <a:lnTo>
                    <a:pt x="87" y="690"/>
                  </a:lnTo>
                  <a:lnTo>
                    <a:pt x="85" y="688"/>
                  </a:lnTo>
                  <a:lnTo>
                    <a:pt x="84" y="682"/>
                  </a:lnTo>
                  <a:lnTo>
                    <a:pt x="78" y="675"/>
                  </a:lnTo>
                  <a:lnTo>
                    <a:pt x="74" y="667"/>
                  </a:lnTo>
                  <a:lnTo>
                    <a:pt x="70" y="660"/>
                  </a:lnTo>
                  <a:lnTo>
                    <a:pt x="66" y="650"/>
                  </a:lnTo>
                  <a:lnTo>
                    <a:pt x="65" y="644"/>
                  </a:lnTo>
                  <a:lnTo>
                    <a:pt x="63" y="639"/>
                  </a:lnTo>
                  <a:lnTo>
                    <a:pt x="25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Freeform 49"/>
            <p:cNvSpPr>
              <a:spLocks/>
            </p:cNvSpPr>
            <p:nvPr/>
          </p:nvSpPr>
          <p:spPr bwMode="auto">
            <a:xfrm>
              <a:off x="1250" y="2715"/>
              <a:ext cx="11" cy="24"/>
            </a:xfrm>
            <a:custGeom>
              <a:avLst/>
              <a:gdLst>
                <a:gd name="T0" fmla="*/ 0 w 23"/>
                <a:gd name="T1" fmla="*/ 0 h 47"/>
                <a:gd name="T2" fmla="*/ 0 w 23"/>
                <a:gd name="T3" fmla="*/ 1 h 47"/>
                <a:gd name="T4" fmla="*/ 0 w 23"/>
                <a:gd name="T5" fmla="*/ 1 h 47"/>
                <a:gd name="T6" fmla="*/ 0 w 23"/>
                <a:gd name="T7" fmla="*/ 1 h 47"/>
                <a:gd name="T8" fmla="*/ 0 w 23"/>
                <a:gd name="T9" fmla="*/ 1 h 47"/>
                <a:gd name="T10" fmla="*/ 0 w 23"/>
                <a:gd name="T11" fmla="*/ 1 h 47"/>
                <a:gd name="T12" fmla="*/ 0 w 23"/>
                <a:gd name="T13" fmla="*/ 1 h 47"/>
                <a:gd name="T14" fmla="*/ 0 w 23"/>
                <a:gd name="T15" fmla="*/ 1 h 47"/>
                <a:gd name="T16" fmla="*/ 0 w 23"/>
                <a:gd name="T17" fmla="*/ 1 h 47"/>
                <a:gd name="T18" fmla="*/ 0 w 23"/>
                <a:gd name="T19" fmla="*/ 1 h 47"/>
                <a:gd name="T20" fmla="*/ 0 w 23"/>
                <a:gd name="T21" fmla="*/ 1 h 47"/>
                <a:gd name="T22" fmla="*/ 0 w 23"/>
                <a:gd name="T23" fmla="*/ 1 h 47"/>
                <a:gd name="T24" fmla="*/ 0 w 23"/>
                <a:gd name="T25" fmla="*/ 1 h 47"/>
                <a:gd name="T26" fmla="*/ 0 w 23"/>
                <a:gd name="T27" fmla="*/ 1 h 47"/>
                <a:gd name="T28" fmla="*/ 0 w 23"/>
                <a:gd name="T29" fmla="*/ 1 h 47"/>
                <a:gd name="T30" fmla="*/ 0 w 23"/>
                <a:gd name="T31" fmla="*/ 1 h 47"/>
                <a:gd name="T32" fmla="*/ 0 w 23"/>
                <a:gd name="T33" fmla="*/ 0 h 47"/>
                <a:gd name="T34" fmla="*/ 0 w 23"/>
                <a:gd name="T35" fmla="*/ 0 h 4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3"/>
                <a:gd name="T55" fmla="*/ 0 h 47"/>
                <a:gd name="T56" fmla="*/ 23 w 23"/>
                <a:gd name="T57" fmla="*/ 47 h 4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3" h="47">
                  <a:moveTo>
                    <a:pt x="6" y="0"/>
                  </a:moveTo>
                  <a:lnTo>
                    <a:pt x="0" y="17"/>
                  </a:lnTo>
                  <a:lnTo>
                    <a:pt x="0" y="19"/>
                  </a:lnTo>
                  <a:lnTo>
                    <a:pt x="2" y="23"/>
                  </a:lnTo>
                  <a:lnTo>
                    <a:pt x="8" y="30"/>
                  </a:lnTo>
                  <a:lnTo>
                    <a:pt x="12" y="38"/>
                  </a:lnTo>
                  <a:lnTo>
                    <a:pt x="15" y="44"/>
                  </a:lnTo>
                  <a:lnTo>
                    <a:pt x="19" y="47"/>
                  </a:lnTo>
                  <a:lnTo>
                    <a:pt x="23" y="47"/>
                  </a:lnTo>
                  <a:lnTo>
                    <a:pt x="23" y="45"/>
                  </a:lnTo>
                  <a:lnTo>
                    <a:pt x="21" y="36"/>
                  </a:lnTo>
                  <a:lnTo>
                    <a:pt x="19" y="28"/>
                  </a:lnTo>
                  <a:lnTo>
                    <a:pt x="15" y="21"/>
                  </a:lnTo>
                  <a:lnTo>
                    <a:pt x="14" y="15"/>
                  </a:lnTo>
                  <a:lnTo>
                    <a:pt x="10" y="7"/>
                  </a:lnTo>
                  <a:lnTo>
                    <a:pt x="8" y="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Freeform 50"/>
            <p:cNvSpPr>
              <a:spLocks/>
            </p:cNvSpPr>
            <p:nvPr/>
          </p:nvSpPr>
          <p:spPr bwMode="auto">
            <a:xfrm>
              <a:off x="2107" y="2120"/>
              <a:ext cx="147" cy="75"/>
            </a:xfrm>
            <a:custGeom>
              <a:avLst/>
              <a:gdLst>
                <a:gd name="T0" fmla="*/ 0 w 295"/>
                <a:gd name="T1" fmla="*/ 1 h 150"/>
                <a:gd name="T2" fmla="*/ 0 w 295"/>
                <a:gd name="T3" fmla="*/ 1 h 150"/>
                <a:gd name="T4" fmla="*/ 0 w 295"/>
                <a:gd name="T5" fmla="*/ 1 h 150"/>
                <a:gd name="T6" fmla="*/ 0 w 295"/>
                <a:gd name="T7" fmla="*/ 1 h 150"/>
                <a:gd name="T8" fmla="*/ 0 w 295"/>
                <a:gd name="T9" fmla="*/ 1 h 150"/>
                <a:gd name="T10" fmla="*/ 0 w 295"/>
                <a:gd name="T11" fmla="*/ 1 h 150"/>
                <a:gd name="T12" fmla="*/ 0 w 295"/>
                <a:gd name="T13" fmla="*/ 1 h 150"/>
                <a:gd name="T14" fmla="*/ 0 w 295"/>
                <a:gd name="T15" fmla="*/ 1 h 150"/>
                <a:gd name="T16" fmla="*/ 0 w 295"/>
                <a:gd name="T17" fmla="*/ 1 h 150"/>
                <a:gd name="T18" fmla="*/ 0 w 295"/>
                <a:gd name="T19" fmla="*/ 1 h 150"/>
                <a:gd name="T20" fmla="*/ 0 w 295"/>
                <a:gd name="T21" fmla="*/ 1 h 150"/>
                <a:gd name="T22" fmla="*/ 0 w 295"/>
                <a:gd name="T23" fmla="*/ 1 h 150"/>
                <a:gd name="T24" fmla="*/ 0 w 295"/>
                <a:gd name="T25" fmla="*/ 1 h 150"/>
                <a:gd name="T26" fmla="*/ 0 w 295"/>
                <a:gd name="T27" fmla="*/ 1 h 150"/>
                <a:gd name="T28" fmla="*/ 0 w 295"/>
                <a:gd name="T29" fmla="*/ 1 h 150"/>
                <a:gd name="T30" fmla="*/ 0 w 295"/>
                <a:gd name="T31" fmla="*/ 1 h 150"/>
                <a:gd name="T32" fmla="*/ 0 w 295"/>
                <a:gd name="T33" fmla="*/ 1 h 150"/>
                <a:gd name="T34" fmla="*/ 0 w 295"/>
                <a:gd name="T35" fmla="*/ 1 h 150"/>
                <a:gd name="T36" fmla="*/ 0 w 295"/>
                <a:gd name="T37" fmla="*/ 1 h 150"/>
                <a:gd name="T38" fmla="*/ 0 w 295"/>
                <a:gd name="T39" fmla="*/ 1 h 150"/>
                <a:gd name="T40" fmla="*/ 0 w 295"/>
                <a:gd name="T41" fmla="*/ 1 h 150"/>
                <a:gd name="T42" fmla="*/ 0 w 295"/>
                <a:gd name="T43" fmla="*/ 1 h 150"/>
                <a:gd name="T44" fmla="*/ 0 w 295"/>
                <a:gd name="T45" fmla="*/ 1 h 150"/>
                <a:gd name="T46" fmla="*/ 0 w 295"/>
                <a:gd name="T47" fmla="*/ 1 h 150"/>
                <a:gd name="T48" fmla="*/ 0 w 295"/>
                <a:gd name="T49" fmla="*/ 1 h 150"/>
                <a:gd name="T50" fmla="*/ 0 w 295"/>
                <a:gd name="T51" fmla="*/ 1 h 150"/>
                <a:gd name="T52" fmla="*/ 0 w 295"/>
                <a:gd name="T53" fmla="*/ 1 h 150"/>
                <a:gd name="T54" fmla="*/ 0 w 295"/>
                <a:gd name="T55" fmla="*/ 1 h 150"/>
                <a:gd name="T56" fmla="*/ 0 w 295"/>
                <a:gd name="T57" fmla="*/ 1 h 150"/>
                <a:gd name="T58" fmla="*/ 0 w 295"/>
                <a:gd name="T59" fmla="*/ 1 h 150"/>
                <a:gd name="T60" fmla="*/ 0 w 295"/>
                <a:gd name="T61" fmla="*/ 1 h 150"/>
                <a:gd name="T62" fmla="*/ 0 w 295"/>
                <a:gd name="T63" fmla="*/ 1 h 150"/>
                <a:gd name="T64" fmla="*/ 0 w 295"/>
                <a:gd name="T65" fmla="*/ 1 h 150"/>
                <a:gd name="T66" fmla="*/ 0 w 295"/>
                <a:gd name="T67" fmla="*/ 1 h 150"/>
                <a:gd name="T68" fmla="*/ 0 w 295"/>
                <a:gd name="T69" fmla="*/ 1 h 150"/>
                <a:gd name="T70" fmla="*/ 0 w 295"/>
                <a:gd name="T71" fmla="*/ 1 h 150"/>
                <a:gd name="T72" fmla="*/ 0 w 295"/>
                <a:gd name="T73" fmla="*/ 1 h 150"/>
                <a:gd name="T74" fmla="*/ 0 w 295"/>
                <a:gd name="T75" fmla="*/ 1 h 150"/>
                <a:gd name="T76" fmla="*/ 0 w 295"/>
                <a:gd name="T77" fmla="*/ 1 h 150"/>
                <a:gd name="T78" fmla="*/ 0 w 295"/>
                <a:gd name="T79" fmla="*/ 1 h 150"/>
                <a:gd name="T80" fmla="*/ 0 w 295"/>
                <a:gd name="T81" fmla="*/ 1 h 150"/>
                <a:gd name="T82" fmla="*/ 0 w 295"/>
                <a:gd name="T83" fmla="*/ 1 h 150"/>
                <a:gd name="T84" fmla="*/ 0 w 295"/>
                <a:gd name="T85" fmla="*/ 1 h 150"/>
                <a:gd name="T86" fmla="*/ 0 w 295"/>
                <a:gd name="T87" fmla="*/ 1 h 150"/>
                <a:gd name="T88" fmla="*/ 0 w 295"/>
                <a:gd name="T89" fmla="*/ 1 h 150"/>
                <a:gd name="T90" fmla="*/ 0 w 295"/>
                <a:gd name="T91" fmla="*/ 1 h 150"/>
                <a:gd name="T92" fmla="*/ 0 w 295"/>
                <a:gd name="T93" fmla="*/ 1 h 150"/>
                <a:gd name="T94" fmla="*/ 0 w 295"/>
                <a:gd name="T95" fmla="*/ 1 h 150"/>
                <a:gd name="T96" fmla="*/ 0 w 295"/>
                <a:gd name="T97" fmla="*/ 1 h 150"/>
                <a:gd name="T98" fmla="*/ 0 w 295"/>
                <a:gd name="T99" fmla="*/ 1 h 150"/>
                <a:gd name="T100" fmla="*/ 0 w 295"/>
                <a:gd name="T101" fmla="*/ 1 h 150"/>
                <a:gd name="T102" fmla="*/ 0 w 295"/>
                <a:gd name="T103" fmla="*/ 1 h 150"/>
                <a:gd name="T104" fmla="*/ 0 w 295"/>
                <a:gd name="T105" fmla="*/ 1 h 150"/>
                <a:gd name="T106" fmla="*/ 0 w 295"/>
                <a:gd name="T107" fmla="*/ 1 h 150"/>
                <a:gd name="T108" fmla="*/ 0 w 295"/>
                <a:gd name="T109" fmla="*/ 1 h 150"/>
                <a:gd name="T110" fmla="*/ 0 w 295"/>
                <a:gd name="T111" fmla="*/ 1 h 150"/>
                <a:gd name="T112" fmla="*/ 0 w 295"/>
                <a:gd name="T113" fmla="*/ 0 h 150"/>
                <a:gd name="T114" fmla="*/ 0 w 295"/>
                <a:gd name="T115" fmla="*/ 1 h 150"/>
                <a:gd name="T116" fmla="*/ 0 w 295"/>
                <a:gd name="T117" fmla="*/ 1 h 15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295"/>
                <a:gd name="T178" fmla="*/ 0 h 150"/>
                <a:gd name="T179" fmla="*/ 295 w 295"/>
                <a:gd name="T180" fmla="*/ 150 h 15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295" h="150">
                  <a:moveTo>
                    <a:pt x="0" y="9"/>
                  </a:moveTo>
                  <a:lnTo>
                    <a:pt x="272" y="150"/>
                  </a:lnTo>
                  <a:lnTo>
                    <a:pt x="276" y="148"/>
                  </a:lnTo>
                  <a:lnTo>
                    <a:pt x="281" y="146"/>
                  </a:lnTo>
                  <a:lnTo>
                    <a:pt x="287" y="142"/>
                  </a:lnTo>
                  <a:lnTo>
                    <a:pt x="291" y="140"/>
                  </a:lnTo>
                  <a:lnTo>
                    <a:pt x="295" y="136"/>
                  </a:lnTo>
                  <a:lnTo>
                    <a:pt x="295" y="133"/>
                  </a:lnTo>
                  <a:lnTo>
                    <a:pt x="293" y="129"/>
                  </a:lnTo>
                  <a:lnTo>
                    <a:pt x="289" y="127"/>
                  </a:lnTo>
                  <a:lnTo>
                    <a:pt x="285" y="125"/>
                  </a:lnTo>
                  <a:lnTo>
                    <a:pt x="281" y="121"/>
                  </a:lnTo>
                  <a:lnTo>
                    <a:pt x="276" y="119"/>
                  </a:lnTo>
                  <a:lnTo>
                    <a:pt x="268" y="116"/>
                  </a:lnTo>
                  <a:lnTo>
                    <a:pt x="261" y="112"/>
                  </a:lnTo>
                  <a:lnTo>
                    <a:pt x="253" y="108"/>
                  </a:lnTo>
                  <a:lnTo>
                    <a:pt x="243" y="104"/>
                  </a:lnTo>
                  <a:lnTo>
                    <a:pt x="238" y="100"/>
                  </a:lnTo>
                  <a:lnTo>
                    <a:pt x="234" y="98"/>
                  </a:lnTo>
                  <a:lnTo>
                    <a:pt x="228" y="95"/>
                  </a:lnTo>
                  <a:lnTo>
                    <a:pt x="223" y="93"/>
                  </a:lnTo>
                  <a:lnTo>
                    <a:pt x="217" y="91"/>
                  </a:lnTo>
                  <a:lnTo>
                    <a:pt x="213" y="87"/>
                  </a:lnTo>
                  <a:lnTo>
                    <a:pt x="207" y="85"/>
                  </a:lnTo>
                  <a:lnTo>
                    <a:pt x="202" y="83"/>
                  </a:lnTo>
                  <a:lnTo>
                    <a:pt x="194" y="79"/>
                  </a:lnTo>
                  <a:lnTo>
                    <a:pt x="190" y="78"/>
                  </a:lnTo>
                  <a:lnTo>
                    <a:pt x="183" y="74"/>
                  </a:lnTo>
                  <a:lnTo>
                    <a:pt x="179" y="72"/>
                  </a:lnTo>
                  <a:lnTo>
                    <a:pt x="173" y="68"/>
                  </a:lnTo>
                  <a:lnTo>
                    <a:pt x="165" y="64"/>
                  </a:lnTo>
                  <a:lnTo>
                    <a:pt x="160" y="62"/>
                  </a:lnTo>
                  <a:lnTo>
                    <a:pt x="156" y="60"/>
                  </a:lnTo>
                  <a:lnTo>
                    <a:pt x="148" y="57"/>
                  </a:lnTo>
                  <a:lnTo>
                    <a:pt x="143" y="55"/>
                  </a:lnTo>
                  <a:lnTo>
                    <a:pt x="137" y="51"/>
                  </a:lnTo>
                  <a:lnTo>
                    <a:pt x="131" y="49"/>
                  </a:lnTo>
                  <a:lnTo>
                    <a:pt x="126" y="45"/>
                  </a:lnTo>
                  <a:lnTo>
                    <a:pt x="120" y="43"/>
                  </a:lnTo>
                  <a:lnTo>
                    <a:pt x="114" y="40"/>
                  </a:lnTo>
                  <a:lnTo>
                    <a:pt x="108" y="38"/>
                  </a:lnTo>
                  <a:lnTo>
                    <a:pt x="103" y="36"/>
                  </a:lnTo>
                  <a:lnTo>
                    <a:pt x="97" y="32"/>
                  </a:lnTo>
                  <a:lnTo>
                    <a:pt x="93" y="30"/>
                  </a:lnTo>
                  <a:lnTo>
                    <a:pt x="88" y="28"/>
                  </a:lnTo>
                  <a:lnTo>
                    <a:pt x="82" y="24"/>
                  </a:lnTo>
                  <a:lnTo>
                    <a:pt x="78" y="22"/>
                  </a:lnTo>
                  <a:lnTo>
                    <a:pt x="72" y="20"/>
                  </a:lnTo>
                  <a:lnTo>
                    <a:pt x="69" y="19"/>
                  </a:lnTo>
                  <a:lnTo>
                    <a:pt x="59" y="15"/>
                  </a:lnTo>
                  <a:lnTo>
                    <a:pt x="53" y="11"/>
                  </a:lnTo>
                  <a:lnTo>
                    <a:pt x="46" y="7"/>
                  </a:lnTo>
                  <a:lnTo>
                    <a:pt x="42" y="5"/>
                  </a:lnTo>
                  <a:lnTo>
                    <a:pt x="36" y="1"/>
                  </a:lnTo>
                  <a:lnTo>
                    <a:pt x="34" y="1"/>
                  </a:lnTo>
                  <a:lnTo>
                    <a:pt x="30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Freeform 51"/>
            <p:cNvSpPr>
              <a:spLocks/>
            </p:cNvSpPr>
            <p:nvPr/>
          </p:nvSpPr>
          <p:spPr bwMode="auto">
            <a:xfrm>
              <a:off x="1349" y="2416"/>
              <a:ext cx="180" cy="234"/>
            </a:xfrm>
            <a:custGeom>
              <a:avLst/>
              <a:gdLst>
                <a:gd name="T0" fmla="*/ 1 w 359"/>
                <a:gd name="T1" fmla="*/ 0 h 468"/>
                <a:gd name="T2" fmla="*/ 0 w 359"/>
                <a:gd name="T3" fmla="*/ 1 h 468"/>
                <a:gd name="T4" fmla="*/ 1 w 359"/>
                <a:gd name="T5" fmla="*/ 1 h 468"/>
                <a:gd name="T6" fmla="*/ 1 w 359"/>
                <a:gd name="T7" fmla="*/ 1 h 468"/>
                <a:gd name="T8" fmla="*/ 1 w 359"/>
                <a:gd name="T9" fmla="*/ 1 h 468"/>
                <a:gd name="T10" fmla="*/ 1 w 359"/>
                <a:gd name="T11" fmla="*/ 1 h 468"/>
                <a:gd name="T12" fmla="*/ 1 w 359"/>
                <a:gd name="T13" fmla="*/ 1 h 468"/>
                <a:gd name="T14" fmla="*/ 1 w 359"/>
                <a:gd name="T15" fmla="*/ 0 h 468"/>
                <a:gd name="T16" fmla="*/ 1 w 359"/>
                <a:gd name="T17" fmla="*/ 0 h 4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9"/>
                <a:gd name="T28" fmla="*/ 0 h 468"/>
                <a:gd name="T29" fmla="*/ 359 w 359"/>
                <a:gd name="T30" fmla="*/ 468 h 46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9" h="468">
                  <a:moveTo>
                    <a:pt x="163" y="0"/>
                  </a:moveTo>
                  <a:lnTo>
                    <a:pt x="0" y="219"/>
                  </a:lnTo>
                  <a:lnTo>
                    <a:pt x="114" y="220"/>
                  </a:lnTo>
                  <a:lnTo>
                    <a:pt x="116" y="464"/>
                  </a:lnTo>
                  <a:lnTo>
                    <a:pt x="255" y="468"/>
                  </a:lnTo>
                  <a:lnTo>
                    <a:pt x="241" y="222"/>
                  </a:lnTo>
                  <a:lnTo>
                    <a:pt x="359" y="222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Freeform 52"/>
            <p:cNvSpPr>
              <a:spLocks/>
            </p:cNvSpPr>
            <p:nvPr/>
          </p:nvSpPr>
          <p:spPr bwMode="auto">
            <a:xfrm>
              <a:off x="1406" y="2662"/>
              <a:ext cx="72" cy="20"/>
            </a:xfrm>
            <a:custGeom>
              <a:avLst/>
              <a:gdLst>
                <a:gd name="T0" fmla="*/ 1 w 143"/>
                <a:gd name="T1" fmla="*/ 0 h 40"/>
                <a:gd name="T2" fmla="*/ 0 w 143"/>
                <a:gd name="T3" fmla="*/ 1 h 40"/>
                <a:gd name="T4" fmla="*/ 1 w 143"/>
                <a:gd name="T5" fmla="*/ 1 h 40"/>
                <a:gd name="T6" fmla="*/ 1 w 143"/>
                <a:gd name="T7" fmla="*/ 0 h 40"/>
                <a:gd name="T8" fmla="*/ 1 w 143"/>
                <a:gd name="T9" fmla="*/ 0 h 40"/>
                <a:gd name="T10" fmla="*/ 1 w 143"/>
                <a:gd name="T11" fmla="*/ 0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3"/>
                <a:gd name="T19" fmla="*/ 0 h 40"/>
                <a:gd name="T20" fmla="*/ 143 w 143"/>
                <a:gd name="T21" fmla="*/ 40 h 4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3" h="40">
                  <a:moveTo>
                    <a:pt x="4" y="0"/>
                  </a:moveTo>
                  <a:lnTo>
                    <a:pt x="0" y="40"/>
                  </a:lnTo>
                  <a:lnTo>
                    <a:pt x="139" y="36"/>
                  </a:lnTo>
                  <a:lnTo>
                    <a:pt x="143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1" name="Line 56"/>
          <p:cNvSpPr>
            <a:spLocks noChangeShapeType="1"/>
          </p:cNvSpPr>
          <p:nvPr/>
        </p:nvSpPr>
        <p:spPr bwMode="auto">
          <a:xfrm>
            <a:off x="3294931" y="4346004"/>
            <a:ext cx="1262062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Box 57"/>
          <p:cNvSpPr txBox="1">
            <a:spLocks noChangeArrowheads="1"/>
          </p:cNvSpPr>
          <p:nvPr/>
        </p:nvSpPr>
        <p:spPr bwMode="auto">
          <a:xfrm>
            <a:off x="3571156" y="4460304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fontAlgn="t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fontAlgn="t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800"/>
              <a:t>복사</a:t>
            </a:r>
          </a:p>
        </p:txBody>
      </p:sp>
    </p:spTree>
    <p:extLst>
      <p:ext uri="{BB962C8B-B14F-4D97-AF65-F5344CB8AC3E}">
        <p14:creationId xmlns:p14="http://schemas.microsoft.com/office/powerpoint/2010/main" val="2045407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r>
              <a:rPr lang="ko-KR" altLang="en-US" sz="2800" dirty="0"/>
              <a:t> 문제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kumimoji="0" lang="ko-KR" altLang="en-US" sz="1800" dirty="0">
                <a:latin typeface="+mn-ea"/>
              </a:rPr>
              <a:t>얕은 복사 문제 예 </a:t>
            </a:r>
            <a:r>
              <a:rPr kumimoji="0" lang="en-US" altLang="ko-KR" sz="1800" dirty="0">
                <a:latin typeface="+mn-ea"/>
              </a:rPr>
              <a:t>(</a:t>
            </a:r>
            <a:r>
              <a:rPr kumimoji="0" lang="ko-KR" altLang="en-US" sz="1800" dirty="0">
                <a:solidFill>
                  <a:srgbClr val="FF0000"/>
                </a:solidFill>
                <a:latin typeface="+mn-ea"/>
              </a:rPr>
              <a:t>에러 발생</a:t>
            </a:r>
            <a:r>
              <a:rPr kumimoji="0" lang="en-US" altLang="ko-KR" sz="1800" dirty="0">
                <a:latin typeface="+mn-ea"/>
              </a:rPr>
              <a:t>)</a:t>
            </a:r>
          </a:p>
          <a:p>
            <a:pPr eaLnBrk="1" hangingPunct="1"/>
            <a:endParaRPr lang="en-US" altLang="ko-KR" sz="18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700" dirty="0">
                <a:latin typeface="+mn-ea"/>
              </a:rPr>
              <a:t>#include&lt;</a:t>
            </a:r>
            <a:r>
              <a:rPr lang="en-US" altLang="ko-KR" sz="1700" dirty="0" err="1">
                <a:latin typeface="+mn-ea"/>
              </a:rPr>
              <a:t>iostream</a:t>
            </a:r>
            <a:r>
              <a:rPr lang="en-US" altLang="ko-KR" sz="1700" dirty="0">
                <a:latin typeface="+mn-ea"/>
              </a:rPr>
              <a:t>&gt;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700" dirty="0">
                <a:latin typeface="+mn-ea"/>
              </a:rPr>
              <a:t>#include&lt;string&gt; 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7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700" dirty="0">
                <a:latin typeface="+mn-ea"/>
              </a:rPr>
              <a:t>using namespace </a:t>
            </a:r>
            <a:r>
              <a:rPr lang="en-US" altLang="ko-KR" sz="1700" dirty="0" err="1">
                <a:latin typeface="+mn-ea"/>
              </a:rPr>
              <a:t>std</a:t>
            </a:r>
            <a:r>
              <a:rPr lang="en-US" altLang="ko-KR" sz="1700" dirty="0">
                <a:latin typeface="+mn-ea"/>
              </a:rPr>
              <a:t>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7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700" dirty="0">
                <a:latin typeface="+mn-ea"/>
              </a:rPr>
              <a:t>class Student {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700" dirty="0">
                <a:latin typeface="+mn-ea"/>
              </a:rPr>
              <a:t>private: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700" dirty="0">
                <a:latin typeface="+mn-ea"/>
              </a:rPr>
              <a:t>	string name; // </a:t>
            </a:r>
            <a:r>
              <a:rPr lang="ko-KR" altLang="en-US" sz="1700" dirty="0">
                <a:latin typeface="+mn-ea"/>
              </a:rPr>
              <a:t>이름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ko-KR" altLang="en-US" sz="1700" dirty="0">
                <a:latin typeface="+mn-ea"/>
              </a:rPr>
              <a:t>	</a:t>
            </a:r>
            <a:r>
              <a:rPr lang="en-US" altLang="ko-KR" sz="1700" dirty="0" err="1">
                <a:latin typeface="+mn-ea"/>
              </a:rPr>
              <a:t>int</a:t>
            </a:r>
            <a:r>
              <a:rPr lang="en-US" altLang="ko-KR" sz="1700" dirty="0">
                <a:latin typeface="+mn-ea"/>
              </a:rPr>
              <a:t> *number; // </a:t>
            </a:r>
            <a:r>
              <a:rPr lang="ko-KR" altLang="en-US" sz="1700" dirty="0">
                <a:latin typeface="+mn-ea"/>
              </a:rPr>
              <a:t>번호</a:t>
            </a:r>
            <a:endParaRPr lang="en-US" altLang="ko-KR" sz="17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public: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// </a:t>
            </a:r>
            <a:r>
              <a:rPr lang="ko-KR" altLang="en-US" sz="1800" dirty="0">
                <a:latin typeface="+mn-ea"/>
              </a:rPr>
              <a:t>첫 번째 </a:t>
            </a:r>
            <a:r>
              <a:rPr lang="ko-KR" altLang="en-US" sz="1800" dirty="0" err="1">
                <a:latin typeface="+mn-ea"/>
              </a:rPr>
              <a:t>생성자</a:t>
            </a:r>
            <a:endParaRPr lang="ko-KR" altLang="en-US" sz="18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>
                <a:latin typeface="+mn-ea"/>
              </a:rPr>
              <a:t>Student(string </a:t>
            </a:r>
            <a:r>
              <a:rPr lang="en-US" altLang="ko-KR" sz="1800" dirty="0" err="1">
                <a:latin typeface="+mn-ea"/>
              </a:rPr>
              <a:t>pn</a:t>
            </a:r>
            <a:r>
              <a:rPr lang="en-US" altLang="ko-KR" sz="1800" dirty="0">
                <a:latin typeface="+mn-ea"/>
              </a:rPr>
              <a:t>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n) {		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	name = </a:t>
            </a:r>
            <a:r>
              <a:rPr lang="en-US" altLang="ko-KR" sz="1800" dirty="0" err="1">
                <a:latin typeface="+mn-ea"/>
              </a:rPr>
              <a:t>pn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	number = new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8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	*number = n;		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n-ea"/>
              </a:rPr>
              <a:t>	}	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63338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r>
              <a:rPr lang="ko-KR" altLang="en-US" sz="2800" dirty="0"/>
              <a:t> 문제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4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void </a:t>
            </a:r>
            <a:r>
              <a:rPr lang="en-US" altLang="ko-KR" sz="1400" dirty="0" err="1">
                <a:latin typeface="+mn-ea"/>
              </a:rPr>
              <a:t>setNum</a:t>
            </a:r>
            <a:r>
              <a:rPr lang="en-US" altLang="ko-KR" sz="1400" dirty="0">
                <a:latin typeface="+mn-ea"/>
              </a:rPr>
              <a:t>(</a:t>
            </a:r>
            <a:r>
              <a:rPr lang="en-US" altLang="ko-KR" sz="1400" dirty="0" err="1">
                <a:latin typeface="+mn-ea"/>
              </a:rPr>
              <a:t>int</a:t>
            </a:r>
            <a:r>
              <a:rPr lang="en-US" altLang="ko-KR" sz="1400" dirty="0">
                <a:latin typeface="+mn-ea"/>
              </a:rPr>
              <a:t> n)  //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같은 메모리 공간을 공유하는 문제 발생</a:t>
            </a:r>
            <a:endParaRPr lang="en-US" altLang="ko-KR" sz="1400" dirty="0">
              <a:solidFill>
                <a:srgbClr val="FF0000"/>
              </a:solidFill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{				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	*number = n;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}	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4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void </a:t>
            </a:r>
            <a:r>
              <a:rPr lang="en-US" altLang="ko-KR" sz="1400" dirty="0" err="1">
                <a:latin typeface="+mn-ea"/>
              </a:rPr>
              <a:t>printInfo</a:t>
            </a:r>
            <a:r>
              <a:rPr lang="en-US" altLang="ko-KR" sz="1400" dirty="0">
                <a:latin typeface="+mn-ea"/>
              </a:rPr>
              <a:t>()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{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	</a:t>
            </a:r>
            <a:r>
              <a:rPr lang="en-US" altLang="ko-KR" sz="1400" dirty="0" err="1">
                <a:latin typeface="+mn-ea"/>
              </a:rPr>
              <a:t>cout</a:t>
            </a:r>
            <a:r>
              <a:rPr lang="en-US" altLang="ko-KR" sz="1400" dirty="0">
                <a:latin typeface="+mn-ea"/>
              </a:rPr>
              <a:t> &lt;&lt; "</a:t>
            </a:r>
            <a:r>
              <a:rPr lang="ko-KR" altLang="en-US" sz="1400" dirty="0">
                <a:latin typeface="+mn-ea"/>
              </a:rPr>
              <a:t>이름</a:t>
            </a:r>
            <a:r>
              <a:rPr lang="en-US" altLang="ko-KR" sz="1400" dirty="0">
                <a:latin typeface="+mn-ea"/>
              </a:rPr>
              <a:t>: " &lt;&lt; name &lt;&lt; " ";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	</a:t>
            </a:r>
            <a:r>
              <a:rPr lang="en-US" altLang="ko-KR" sz="1400" dirty="0" err="1">
                <a:latin typeface="+mn-ea"/>
              </a:rPr>
              <a:t>cout</a:t>
            </a:r>
            <a:r>
              <a:rPr lang="en-US" altLang="ko-KR" sz="1400" dirty="0">
                <a:latin typeface="+mn-ea"/>
              </a:rPr>
              <a:t> &lt;&lt; "</a:t>
            </a:r>
            <a:r>
              <a:rPr lang="ko-KR" altLang="en-US" sz="1400" dirty="0">
                <a:latin typeface="+mn-ea"/>
              </a:rPr>
              <a:t>학번</a:t>
            </a:r>
            <a:r>
              <a:rPr lang="en-US" altLang="ko-KR" sz="1400" dirty="0">
                <a:latin typeface="+mn-ea"/>
              </a:rPr>
              <a:t>: " &lt;&lt; *number &lt;&lt; </a:t>
            </a:r>
            <a:r>
              <a:rPr lang="en-US" altLang="ko-KR" sz="1400" dirty="0" err="1">
                <a:latin typeface="+mn-ea"/>
              </a:rPr>
              <a:t>endl</a:t>
            </a:r>
            <a:r>
              <a:rPr lang="en-US" altLang="ko-KR" sz="1400" dirty="0">
                <a:latin typeface="+mn-ea"/>
              </a:rPr>
              <a:t>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}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4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~Student()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{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	if(number != NULL) delete number;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}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};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4390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r>
              <a:rPr lang="ko-KR" altLang="en-US" sz="2800" dirty="0"/>
              <a:t> 문제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 err="1">
                <a:latin typeface="+mn-ea"/>
              </a:rPr>
              <a:t>int</a:t>
            </a:r>
            <a:r>
              <a:rPr lang="en-US" altLang="ko-KR" sz="1400" dirty="0">
                <a:latin typeface="+mn-ea"/>
              </a:rPr>
              <a:t> main()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{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string str1 = "Park";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</a:t>
            </a:r>
            <a:r>
              <a:rPr lang="en-US" altLang="ko-KR" sz="1400" dirty="0" err="1">
                <a:latin typeface="+mn-ea"/>
              </a:rPr>
              <a:t>int</a:t>
            </a:r>
            <a:r>
              <a:rPr lang="en-US" altLang="ko-KR" sz="1400" dirty="0">
                <a:latin typeface="+mn-ea"/>
              </a:rPr>
              <a:t> nm = 10000001;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4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Student s1(str1, nm);	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Student s2(s1);	//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복사 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생성자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호출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ko-KR" altLang="en-US" sz="14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ko-KR" altLang="en-US" sz="1400" dirty="0">
                <a:latin typeface="+mn-ea"/>
              </a:rPr>
              <a:t>	</a:t>
            </a:r>
            <a:r>
              <a:rPr lang="en-US" altLang="ko-KR" sz="1400" dirty="0">
                <a:latin typeface="+mn-ea"/>
              </a:rPr>
              <a:t>s1.printInfo();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s2.printInfo();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4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s1.setNum(20000001);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4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s1.printInfo();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s2.printInfo();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	return 0;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400" dirty="0">
                <a:latin typeface="+mn-ea"/>
              </a:rPr>
              <a:t>}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4581128"/>
            <a:ext cx="4758790" cy="1368152"/>
          </a:xfrm>
          <a:prstGeom prst="rect">
            <a:avLst/>
          </a:prstGeom>
        </p:spPr>
      </p:pic>
      <p:sp>
        <p:nvSpPr>
          <p:cNvPr id="7" name="Oval 33"/>
          <p:cNvSpPr>
            <a:spLocks noChangeArrowheads="1"/>
          </p:cNvSpPr>
          <p:nvPr/>
        </p:nvSpPr>
        <p:spPr bwMode="auto">
          <a:xfrm>
            <a:off x="4517908" y="4904341"/>
            <a:ext cx="2769419" cy="715963"/>
          </a:xfrm>
          <a:prstGeom prst="ellipse">
            <a:avLst/>
          </a:prstGeom>
          <a:noFill/>
          <a:ln w="127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fontAlgn="t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fontAlgn="t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379272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r>
              <a:rPr lang="ko-KR" altLang="en-US" sz="2800" dirty="0"/>
              <a:t> 문제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484784"/>
            <a:ext cx="5514975" cy="4114800"/>
          </a:xfrm>
          <a:prstGeom prst="rect">
            <a:avLst/>
          </a:prstGeom>
        </p:spPr>
      </p:pic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4427984" y="3861048"/>
            <a:ext cx="275748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fontAlgn="t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fontAlgn="t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800" dirty="0">
                <a:solidFill>
                  <a:schemeClr val="tx2"/>
                </a:solidFill>
              </a:rPr>
              <a:t>숫자를 저장하는 동적 메모리 공간이 별도로 할당되지 않았음 </a:t>
            </a:r>
            <a:r>
              <a:rPr lang="en-US" altLang="ko-KR" sz="1800" dirty="0">
                <a:solidFill>
                  <a:schemeClr val="tx2"/>
                </a:solidFill>
              </a:rPr>
              <a:t>(</a:t>
            </a:r>
            <a:r>
              <a:rPr lang="ko-KR" altLang="en-US" sz="1800" dirty="0" err="1">
                <a:solidFill>
                  <a:schemeClr val="tx2"/>
                </a:solidFill>
              </a:rPr>
              <a:t>주소값만</a:t>
            </a:r>
            <a:r>
              <a:rPr lang="ko-KR" altLang="en-US" sz="1800" dirty="0">
                <a:solidFill>
                  <a:schemeClr val="tx2"/>
                </a:solidFill>
              </a:rPr>
              <a:t> 복사</a:t>
            </a:r>
            <a:r>
              <a:rPr lang="en-US" altLang="ko-KR" sz="1800" dirty="0">
                <a:solidFill>
                  <a:schemeClr val="tx2"/>
                </a:solidFill>
              </a:rPr>
              <a:t>)</a:t>
            </a:r>
            <a:endParaRPr lang="ko-KR" altLang="en-US" sz="1800" dirty="0">
              <a:solidFill>
                <a:schemeClr val="tx2"/>
              </a:solidFill>
            </a:endParaRP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4427983" y="5138415"/>
            <a:ext cx="2757487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fontAlgn="t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742950" indent="-285750" eaLnBrk="0" fontAlgn="t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1143000" indent="-228600" eaLnBrk="0" fontAlgn="t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6002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2057400" indent="-228600" eaLnBrk="0" fontAlgn="t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5pPr>
            <a:lvl6pPr marL="25146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6pPr>
            <a:lvl7pPr marL="29718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7pPr>
            <a:lvl8pPr marL="34290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8pPr>
            <a:lvl9pPr marL="3886200" indent="-228600" eaLnBrk="0" fontAlgn="t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800" dirty="0">
                <a:solidFill>
                  <a:schemeClr val="tx2"/>
                </a:solidFill>
              </a:rPr>
              <a:t>이러한 문제를 해결하기 위해 복사 </a:t>
            </a:r>
            <a:r>
              <a:rPr lang="ko-KR" altLang="en-US" sz="1800" dirty="0" err="1">
                <a:solidFill>
                  <a:schemeClr val="tx2"/>
                </a:solidFill>
              </a:rPr>
              <a:t>생성자를</a:t>
            </a:r>
            <a:r>
              <a:rPr lang="ko-KR" altLang="en-US" sz="1800" dirty="0">
                <a:solidFill>
                  <a:schemeClr val="tx2"/>
                </a:solidFill>
              </a:rPr>
              <a:t> 직접 지정 </a:t>
            </a:r>
            <a:r>
              <a:rPr lang="en-US" altLang="ko-KR" sz="1800" dirty="0">
                <a:solidFill>
                  <a:schemeClr val="tx2"/>
                </a:solidFill>
              </a:rPr>
              <a:t>(</a:t>
            </a:r>
            <a:r>
              <a:rPr lang="ko-KR" altLang="en-US" sz="1800" dirty="0" err="1">
                <a:solidFill>
                  <a:schemeClr val="tx2"/>
                </a:solidFill>
              </a:rPr>
              <a:t>깊은복사</a:t>
            </a:r>
            <a:r>
              <a:rPr lang="en-US" altLang="ko-KR" sz="1800" dirty="0">
                <a:solidFill>
                  <a:schemeClr val="tx2"/>
                </a:solidFill>
              </a:rPr>
              <a:t>)</a:t>
            </a:r>
            <a:endParaRPr lang="ko-KR" alt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134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r>
              <a:rPr lang="ko-KR" altLang="en-US" sz="2800" dirty="0"/>
              <a:t> 문제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1800" dirty="0">
                <a:latin typeface="+mn-ea"/>
              </a:rPr>
              <a:t>깊은 복사로 해결</a:t>
            </a:r>
            <a:endParaRPr lang="en-US" altLang="ko-KR" sz="1800" dirty="0">
              <a:latin typeface="+mn-ea"/>
            </a:endParaRPr>
          </a:p>
          <a:p>
            <a:pPr marL="109728" indent="0" eaLnBrk="1" hangingPunct="1">
              <a:buNone/>
            </a:pPr>
            <a:endParaRPr lang="en-US" altLang="ko-KR" sz="1800" dirty="0">
              <a:latin typeface="+mn-ea"/>
            </a:endParaRPr>
          </a:p>
          <a:p>
            <a:pPr marL="452628" indent="-342900">
              <a:buFont typeface="+mj-lt"/>
              <a:buAutoNum type="arabicPeriod"/>
            </a:pPr>
            <a:r>
              <a:rPr lang="ko-KR" altLang="en-US" sz="1800" dirty="0">
                <a:latin typeface="+mn-ea"/>
              </a:rPr>
              <a:t>직접 복사 </a:t>
            </a:r>
            <a:r>
              <a:rPr lang="ko-KR" altLang="en-US" sz="1800" dirty="0" err="1">
                <a:latin typeface="+mn-ea"/>
              </a:rPr>
              <a:t>생성자를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추가</a:t>
            </a:r>
            <a:r>
              <a:rPr lang="en-US" altLang="ko-KR" sz="1800" dirty="0">
                <a:latin typeface="+mn-ea"/>
              </a:rPr>
              <a:t>) </a:t>
            </a:r>
            <a:r>
              <a:rPr lang="ko-KR" altLang="en-US" sz="1800" dirty="0">
                <a:latin typeface="+mn-ea"/>
              </a:rPr>
              <a:t>작성하여 메모리 공간 따로 확보</a:t>
            </a:r>
            <a:r>
              <a:rPr lang="en-US" altLang="ko-KR" sz="1800" dirty="0">
                <a:latin typeface="+mn-ea"/>
              </a:rPr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2780928"/>
            <a:ext cx="472440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587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r>
              <a:rPr lang="ko-KR" altLang="en-US" sz="2800" dirty="0"/>
              <a:t> 문제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1800" dirty="0">
                <a:latin typeface="+mn-ea"/>
              </a:rPr>
              <a:t>깊은 복사로 해결</a:t>
            </a:r>
            <a:endParaRPr lang="en-US" altLang="ko-KR" sz="1800" dirty="0">
              <a:latin typeface="+mn-ea"/>
            </a:endParaRPr>
          </a:p>
          <a:p>
            <a:pPr marL="109728" indent="0" eaLnBrk="1" hangingPunct="1">
              <a:buNone/>
            </a:pPr>
            <a:endParaRPr lang="en-US" altLang="ko-KR" sz="1800" dirty="0">
              <a:latin typeface="+mn-ea"/>
            </a:endParaRPr>
          </a:p>
          <a:p>
            <a:pPr marL="109728" indent="0" eaLnBrk="1" hangingPunct="1">
              <a:buNone/>
            </a:pPr>
            <a:r>
              <a:rPr lang="ko-KR" altLang="en-US" sz="1800" dirty="0">
                <a:latin typeface="+mn-ea"/>
              </a:rPr>
              <a:t>복사 </a:t>
            </a:r>
            <a:r>
              <a:rPr lang="ko-KR" altLang="en-US" sz="1800" dirty="0" err="1">
                <a:latin typeface="+mn-ea"/>
              </a:rPr>
              <a:t>생성자를</a:t>
            </a:r>
            <a:r>
              <a:rPr lang="ko-KR" altLang="en-US" sz="1800" dirty="0">
                <a:latin typeface="+mn-ea"/>
              </a:rPr>
              <a:t> 직접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추가</a:t>
            </a:r>
            <a:r>
              <a:rPr lang="en-US" altLang="ko-KR" sz="1800" dirty="0">
                <a:latin typeface="+mn-ea"/>
              </a:rPr>
              <a:t>) </a:t>
            </a:r>
            <a:r>
              <a:rPr lang="ko-KR" altLang="en-US" sz="1800" dirty="0">
                <a:latin typeface="+mn-ea"/>
              </a:rPr>
              <a:t>기입</a:t>
            </a:r>
            <a:endParaRPr lang="en-US" altLang="ko-KR" sz="1800" dirty="0">
              <a:latin typeface="+mn-ea"/>
            </a:endParaRPr>
          </a:p>
          <a:p>
            <a:pPr marL="109728" indent="0" eaLnBrk="1" hangingPunct="1">
              <a:buNone/>
            </a:pPr>
            <a:endParaRPr lang="en-US" altLang="ko-KR" sz="1800" dirty="0">
              <a:latin typeface="+mn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j-ea"/>
                <a:ea typeface="+mj-ea"/>
              </a:rPr>
              <a:t>class Student {</a:t>
            </a:r>
            <a:endParaRPr lang="en-US" altLang="ko-KR" sz="1800" noProof="1">
              <a:latin typeface="+mj-ea"/>
              <a:ea typeface="+mj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800" noProof="1">
              <a:latin typeface="+mj-ea"/>
              <a:ea typeface="+mj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j-ea"/>
                <a:ea typeface="+mj-ea"/>
              </a:rPr>
              <a:t>		....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j-ea"/>
                <a:ea typeface="+mj-ea"/>
              </a:rPr>
              <a:t>	Student(Student&amp; p) {  // </a:t>
            </a:r>
            <a:r>
              <a:rPr lang="ko-KR" altLang="en-US" sz="1800" dirty="0">
                <a:solidFill>
                  <a:srgbClr val="FF0000"/>
                </a:solidFill>
                <a:latin typeface="+mj-ea"/>
                <a:ea typeface="+mj-ea"/>
              </a:rPr>
              <a:t>추가된</a:t>
            </a:r>
            <a:r>
              <a:rPr lang="en-US" altLang="ko-KR" sz="18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sz="1800" dirty="0">
                <a:solidFill>
                  <a:srgbClr val="FF0000"/>
                </a:solidFill>
                <a:latin typeface="+mj-ea"/>
                <a:ea typeface="+mj-ea"/>
              </a:rPr>
              <a:t>복사 </a:t>
            </a:r>
            <a:r>
              <a:rPr lang="ko-KR" altLang="en-US" sz="1800" dirty="0" err="1">
                <a:solidFill>
                  <a:srgbClr val="FF0000"/>
                </a:solidFill>
                <a:latin typeface="+mj-ea"/>
                <a:ea typeface="+mj-ea"/>
              </a:rPr>
              <a:t>생성자</a:t>
            </a:r>
            <a:endParaRPr lang="en-US" altLang="ko-KR" sz="1800" dirty="0">
              <a:solidFill>
                <a:srgbClr val="FF0000"/>
              </a:solidFill>
              <a:latin typeface="+mj-ea"/>
              <a:ea typeface="+mj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j-ea"/>
                <a:ea typeface="+mj-ea"/>
              </a:rPr>
              <a:t>		name = p.name;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j-ea"/>
                <a:ea typeface="+mj-ea"/>
              </a:rPr>
              <a:t>		number = new </a:t>
            </a:r>
            <a:r>
              <a:rPr lang="en-US" altLang="ko-KR" sz="1800" dirty="0" err="1">
                <a:latin typeface="+mj-ea"/>
                <a:ea typeface="+mj-ea"/>
              </a:rPr>
              <a:t>int</a:t>
            </a:r>
            <a:r>
              <a:rPr lang="en-US" altLang="ko-KR" sz="1800" dirty="0">
                <a:latin typeface="+mj-ea"/>
                <a:ea typeface="+mj-ea"/>
              </a:rPr>
              <a:t>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endParaRPr lang="en-US" altLang="ko-KR" sz="1800" dirty="0">
              <a:latin typeface="+mj-ea"/>
              <a:ea typeface="+mj-ea"/>
            </a:endParaRP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j-ea"/>
                <a:ea typeface="+mj-ea"/>
              </a:rPr>
              <a:t>		*number = *</a:t>
            </a:r>
            <a:r>
              <a:rPr lang="en-US" altLang="ko-KR" sz="1800" dirty="0" err="1">
                <a:latin typeface="+mj-ea"/>
                <a:ea typeface="+mj-ea"/>
              </a:rPr>
              <a:t>p.number</a:t>
            </a:r>
            <a:r>
              <a:rPr lang="en-US" altLang="ko-KR" sz="1800" dirty="0">
                <a:latin typeface="+mj-ea"/>
                <a:ea typeface="+mj-ea"/>
              </a:rPr>
              <a:t>;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j-ea"/>
                <a:ea typeface="+mj-ea"/>
              </a:rPr>
              <a:t>	}		....</a:t>
            </a:r>
          </a:p>
          <a:p>
            <a:pPr fontAlgn="base">
              <a:lnSpc>
                <a:spcPct val="80000"/>
              </a:lnSpc>
              <a:buClr>
                <a:schemeClr val="folHlink"/>
              </a:buClr>
              <a:buSzTx/>
              <a:buNone/>
            </a:pPr>
            <a:r>
              <a:rPr lang="en-US" altLang="ko-KR" sz="1800" dirty="0">
                <a:latin typeface="+mj-ea"/>
                <a:ea typeface="+mj-ea"/>
              </a:rPr>
              <a:t>};</a:t>
            </a:r>
          </a:p>
          <a:p>
            <a:pPr marL="109728" indent="0" eaLnBrk="1" hangingPunct="1">
              <a:buNone/>
            </a:pP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8475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r>
              <a:rPr lang="ko-KR" altLang="en-US" sz="2800" dirty="0"/>
              <a:t> 문제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kumimoji="0" lang="ko-KR" altLang="en-US" sz="1800" dirty="0">
                <a:latin typeface="+mn-ea"/>
              </a:rPr>
              <a:t>깊은 복사 예</a:t>
            </a:r>
            <a:endParaRPr kumimoji="0" lang="en-US" altLang="ko-KR" sz="1800" dirty="0">
              <a:latin typeface="+mn-ea"/>
            </a:endParaRPr>
          </a:p>
          <a:p>
            <a:pPr marL="109728" indent="0" eaLnBrk="1" hangingPunct="1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#include&lt;</a:t>
            </a:r>
            <a:r>
              <a:rPr lang="en-US" altLang="ko-KR" sz="1800" dirty="0" err="1">
                <a:latin typeface="+mn-ea"/>
              </a:rPr>
              <a:t>iostream</a:t>
            </a:r>
            <a:r>
              <a:rPr lang="en-US" altLang="ko-KR" sz="1800" dirty="0">
                <a:latin typeface="+mn-ea"/>
              </a:rPr>
              <a:t>&gt;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#include&lt;string&gt; 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using namespace </a:t>
            </a:r>
            <a:r>
              <a:rPr lang="en-US" altLang="ko-KR" sz="1800" dirty="0" err="1">
                <a:latin typeface="+mn-ea"/>
              </a:rPr>
              <a:t>std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class Student {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private: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string name; // </a:t>
            </a:r>
            <a:r>
              <a:rPr lang="ko-KR" altLang="en-US" sz="1800" dirty="0">
                <a:latin typeface="+mn-ea"/>
              </a:rPr>
              <a:t>이름</a:t>
            </a:r>
          </a:p>
          <a:p>
            <a:pPr marL="109728" indent="0"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*number; // </a:t>
            </a:r>
            <a:r>
              <a:rPr lang="ko-KR" altLang="en-US" sz="1800" dirty="0">
                <a:latin typeface="+mn-ea"/>
              </a:rPr>
              <a:t>번호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public: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// </a:t>
            </a:r>
            <a:r>
              <a:rPr lang="ko-KR" altLang="en-US" sz="1800" dirty="0">
                <a:latin typeface="+mn-ea"/>
              </a:rPr>
              <a:t>첫 번째 </a:t>
            </a:r>
            <a:r>
              <a:rPr lang="ko-KR" altLang="en-US" sz="1800" dirty="0" err="1">
                <a:latin typeface="+mn-ea"/>
              </a:rPr>
              <a:t>생성자</a:t>
            </a:r>
            <a:endParaRPr lang="ko-KR" altLang="en-US" sz="1800" dirty="0">
              <a:latin typeface="+mn-ea"/>
            </a:endParaRPr>
          </a:p>
          <a:p>
            <a:pPr marL="109728" indent="0"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>
                <a:latin typeface="+mn-ea"/>
              </a:rPr>
              <a:t>Student(string </a:t>
            </a:r>
            <a:r>
              <a:rPr lang="en-US" altLang="ko-KR" sz="1800" dirty="0" err="1">
                <a:latin typeface="+mn-ea"/>
              </a:rPr>
              <a:t>pn</a:t>
            </a:r>
            <a:r>
              <a:rPr lang="en-US" altLang="ko-KR" sz="1800" dirty="0">
                <a:latin typeface="+mn-ea"/>
              </a:rPr>
              <a:t>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n) {		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	name = </a:t>
            </a:r>
            <a:r>
              <a:rPr lang="en-US" altLang="ko-KR" sz="1800" dirty="0" err="1">
                <a:latin typeface="+mn-ea"/>
              </a:rPr>
              <a:t>pn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	number = new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	*number = n;		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}</a:t>
            </a:r>
          </a:p>
          <a:p>
            <a:pPr marL="109728" indent="0" eaLnBrk="1" hangingPunct="1">
              <a:buNone/>
            </a:pP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81567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r>
              <a:rPr lang="ko-KR" altLang="en-US" sz="2800" dirty="0"/>
              <a:t> 문제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Student(Student&amp; p) {  //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복사 </a:t>
            </a:r>
            <a:r>
              <a:rPr lang="ko-KR" altLang="en-US" sz="1800" dirty="0" err="1">
                <a:solidFill>
                  <a:srgbClr val="FF0000"/>
                </a:solidFill>
                <a:latin typeface="+mn-ea"/>
              </a:rPr>
              <a:t>생성자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 직접 기입</a:t>
            </a:r>
          </a:p>
          <a:p>
            <a:pPr marL="109728" indent="0">
              <a:buNone/>
            </a:pPr>
            <a:r>
              <a:rPr lang="ko-KR" altLang="en-US" sz="1800" dirty="0">
                <a:latin typeface="+mn-ea"/>
              </a:rPr>
              <a:t>		</a:t>
            </a:r>
            <a:r>
              <a:rPr lang="en-US" altLang="ko-KR" sz="1800" dirty="0">
                <a:latin typeface="+mn-ea"/>
              </a:rPr>
              <a:t>name = p.name; 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	number = new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	*number = *</a:t>
            </a:r>
            <a:r>
              <a:rPr lang="en-US" altLang="ko-KR" sz="1800" dirty="0" err="1">
                <a:latin typeface="+mn-ea"/>
              </a:rPr>
              <a:t>p.number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}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void </a:t>
            </a:r>
            <a:r>
              <a:rPr lang="en-US" altLang="ko-KR" sz="1800" dirty="0" err="1">
                <a:latin typeface="+mn-ea"/>
              </a:rPr>
              <a:t>setNum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n)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{				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	*number = n;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}	</a:t>
            </a:r>
          </a:p>
        </p:txBody>
      </p:sp>
    </p:spTree>
    <p:extLst>
      <p:ext uri="{BB962C8B-B14F-4D97-AF65-F5344CB8AC3E}">
        <p14:creationId xmlns:p14="http://schemas.microsoft.com/office/powerpoint/2010/main" val="4142948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r>
              <a:rPr lang="ko-KR" altLang="en-US" sz="2800" dirty="0"/>
              <a:t> 문제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	void </a:t>
            </a:r>
            <a:r>
              <a:rPr lang="en-US" altLang="ko-KR" sz="1800" dirty="0" err="1">
                <a:latin typeface="+mn-ea"/>
              </a:rPr>
              <a:t>printInfo</a:t>
            </a:r>
            <a:r>
              <a:rPr lang="en-US" altLang="ko-KR" sz="1800" dirty="0">
                <a:latin typeface="+mn-ea"/>
              </a:rPr>
              <a:t>()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{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이름</a:t>
            </a:r>
            <a:r>
              <a:rPr lang="en-US" altLang="ko-KR" sz="1800" dirty="0">
                <a:latin typeface="+mn-ea"/>
              </a:rPr>
              <a:t>: " &lt;&lt; name &lt;&lt; " ";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학번</a:t>
            </a:r>
            <a:r>
              <a:rPr lang="en-US" altLang="ko-KR" sz="1800" dirty="0">
                <a:latin typeface="+mn-ea"/>
              </a:rPr>
              <a:t>: " &lt;&lt; *number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}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~Student()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{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	if(number != NULL) delete number;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}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81873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복사 </a:t>
            </a:r>
            <a:r>
              <a:rPr lang="ko-KR" altLang="en-US" sz="2800" dirty="0" err="1"/>
              <a:t>생성자</a:t>
            </a:r>
            <a:r>
              <a:rPr lang="ko-KR" altLang="en-US" sz="2800" dirty="0"/>
              <a:t> 문제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09728" indent="0">
              <a:buNone/>
            </a:pP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main()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string str1 = "Park";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nm = 10000001;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Student s1(str1, nm);	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Student s2(s1);	//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복사 </a:t>
            </a:r>
            <a:r>
              <a:rPr lang="ko-KR" altLang="en-US" sz="1800" dirty="0" err="1">
                <a:solidFill>
                  <a:srgbClr val="FF0000"/>
                </a:solidFill>
                <a:latin typeface="+mn-ea"/>
              </a:rPr>
              <a:t>생성자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호출</a:t>
            </a:r>
          </a:p>
          <a:p>
            <a:pPr marL="109728" indent="0">
              <a:buNone/>
            </a:pPr>
            <a:endParaRPr lang="ko-KR" altLang="en-US" sz="1800" dirty="0">
              <a:latin typeface="+mn-ea"/>
            </a:endParaRPr>
          </a:p>
          <a:p>
            <a:pPr marL="109728" indent="0">
              <a:buNone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>
                <a:latin typeface="+mn-ea"/>
              </a:rPr>
              <a:t>s1.printInfo();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s2.printInfo();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s1.setNum(20000001);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s1.printInfo();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s2.printInfo();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	return 0;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8697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객체 배열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1800" dirty="0">
                <a:latin typeface="+mn-ea"/>
              </a:rPr>
              <a:t>객체 배열</a:t>
            </a:r>
            <a:endParaRPr lang="en-US" altLang="ko-KR" sz="1800" dirty="0">
              <a:latin typeface="+mn-ea"/>
            </a:endParaRPr>
          </a:p>
          <a:p>
            <a:pPr eaLnBrk="1" hangingPunct="1"/>
            <a:endParaRPr lang="en-US" altLang="ko-KR" sz="1800" dirty="0">
              <a:latin typeface="+mn-ea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latin typeface="+mn-ea"/>
                <a:cs typeface="-윤고딕140"/>
              </a:rPr>
              <a:t>변수 배열과 같은 객체 배열 선언 방식</a:t>
            </a:r>
            <a:endParaRPr lang="en-US" altLang="ko-KR" sz="1800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ko-KR" altLang="en-US" sz="1800" dirty="0" err="1">
                <a:solidFill>
                  <a:schemeClr val="accent2"/>
                </a:solidFill>
                <a:latin typeface="+mn-ea"/>
                <a:cs typeface="-윤고딕140"/>
              </a:rPr>
              <a:t>클래스명</a:t>
            </a:r>
            <a:r>
              <a:rPr lang="ko-KR" altLang="en-US" sz="1800" dirty="0">
                <a:solidFill>
                  <a:schemeClr val="accent2"/>
                </a:solidFill>
                <a:latin typeface="+mn-ea"/>
                <a:cs typeface="-윤고딕140"/>
              </a:rPr>
              <a:t>  </a:t>
            </a:r>
            <a:r>
              <a:rPr lang="ko-KR" altLang="en-US" sz="1800" dirty="0" err="1">
                <a:solidFill>
                  <a:schemeClr val="accent2"/>
                </a:solidFill>
                <a:latin typeface="+mn-ea"/>
                <a:cs typeface="-윤고딕140"/>
              </a:rPr>
              <a:t>배열명</a:t>
            </a:r>
            <a:r>
              <a:rPr lang="en-US" altLang="ko-KR" sz="1800" dirty="0">
                <a:solidFill>
                  <a:schemeClr val="accent2"/>
                </a:solidFill>
                <a:latin typeface="+mn-ea"/>
                <a:cs typeface="-윤고딕140"/>
              </a:rPr>
              <a:t>[</a:t>
            </a:r>
            <a:r>
              <a:rPr lang="ko-KR" altLang="en-US" sz="1800" dirty="0">
                <a:solidFill>
                  <a:schemeClr val="accent2"/>
                </a:solidFill>
                <a:latin typeface="+mn-ea"/>
                <a:cs typeface="-윤고딕140"/>
              </a:rPr>
              <a:t>크기</a:t>
            </a:r>
            <a:r>
              <a:rPr lang="en-US" altLang="ko-KR" sz="1800" dirty="0">
                <a:solidFill>
                  <a:schemeClr val="accent2"/>
                </a:solidFill>
                <a:latin typeface="+mn-ea"/>
                <a:cs typeface="-윤고딕140"/>
              </a:rPr>
              <a:t>];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solidFill>
                <a:schemeClr val="accent2"/>
              </a:solidFill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ko-KR" altLang="en-US" sz="1800" dirty="0">
                <a:latin typeface="-윤고딕140"/>
                <a:ea typeface="-윤고딕140"/>
                <a:cs typeface="-윤고딕140"/>
              </a:rPr>
              <a:t>변수 배열의 예</a:t>
            </a:r>
            <a:endParaRPr lang="en-US" altLang="ko-KR" sz="18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lang="en-US" altLang="ko-KR" sz="18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lang="en-US" altLang="ko-KR" sz="18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num</a:t>
            </a:r>
            <a:r>
              <a:rPr lang="en-US" altLang="ko-KR" sz="18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[5] = { 10, 20, 30, 40, 50};</a:t>
            </a:r>
            <a:endParaRPr lang="ko-KR" altLang="en-US" sz="18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ko-KR" altLang="en-US" sz="1800" dirty="0">
                <a:latin typeface="-윤고딕140"/>
                <a:ea typeface="-윤고딕140"/>
                <a:cs typeface="-윤고딕140"/>
              </a:rPr>
              <a:t>객체 배열의 예</a:t>
            </a:r>
            <a:endParaRPr lang="en-US" altLang="ko-KR" sz="18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Car </a:t>
            </a:r>
            <a:r>
              <a:rPr lang="en-US" altLang="ko-KR" sz="18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Car_array_one</a:t>
            </a:r>
            <a:r>
              <a:rPr lang="en-US" altLang="ko-KR" sz="18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[3] = {car(), Car(1234, 7), Car(2345, 6)};</a:t>
            </a:r>
            <a:endParaRPr lang="ko-KR" altLang="en-US" sz="18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ko-KR" altLang="en-US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314546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객체 배열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1800" dirty="0">
                <a:latin typeface="+mn-ea"/>
              </a:rPr>
              <a:t>객체 배열</a:t>
            </a:r>
            <a:endParaRPr lang="en-US" altLang="ko-KR" sz="1800" dirty="0">
              <a:latin typeface="+mn-ea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dirty="0">
                <a:latin typeface="-윤고딕140"/>
                <a:ea typeface="-윤고딕140"/>
                <a:cs typeface="-윤고딕140"/>
              </a:rPr>
              <a:t>초기화 하지 않은 객체 배열의 예</a:t>
            </a:r>
            <a:endParaRPr lang="en-US" altLang="ko-KR" sz="18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Car </a:t>
            </a:r>
            <a:r>
              <a:rPr lang="en-US" altLang="ko-KR" sz="18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car_array_one</a:t>
            </a:r>
            <a:r>
              <a:rPr lang="en-US" altLang="ko-KR" sz="18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[3];</a:t>
            </a:r>
            <a:endParaRPr lang="ko-KR" altLang="en-US" sz="18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dirty="0">
                <a:latin typeface="-윤고딕140"/>
                <a:ea typeface="-윤고딕140"/>
                <a:cs typeface="-윤고딕140"/>
              </a:rPr>
              <a:t>기본 </a:t>
            </a:r>
            <a:r>
              <a:rPr lang="ko-KR" altLang="en-US" sz="1800" dirty="0" err="1">
                <a:latin typeface="-윤고딕140"/>
                <a:ea typeface="-윤고딕140"/>
                <a:cs typeface="-윤고딕140"/>
              </a:rPr>
              <a:t>생성자를</a:t>
            </a:r>
            <a:r>
              <a:rPr lang="ko-KR" altLang="en-US" sz="1800" dirty="0">
                <a:latin typeface="-윤고딕140"/>
                <a:ea typeface="-윤고딕140"/>
                <a:cs typeface="-윤고딕140"/>
              </a:rPr>
              <a:t> 지정한 것과 동일한 효과</a:t>
            </a:r>
            <a:endParaRPr lang="en-US" altLang="ko-KR" sz="18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Car </a:t>
            </a:r>
            <a:r>
              <a:rPr lang="en-US" altLang="ko-KR" sz="18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car_array_one</a:t>
            </a:r>
            <a:r>
              <a:rPr lang="en-US" altLang="ko-KR" sz="18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[3] = {Car(), Car(), Car()};</a:t>
            </a: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dirty="0">
                <a:latin typeface="-윤고딕140"/>
                <a:ea typeface="-윤고딕140"/>
                <a:cs typeface="-윤고딕140"/>
              </a:rPr>
              <a:t>초기화하지 않고 객체 배열을 선언하려면</a:t>
            </a:r>
            <a:endParaRPr lang="en-US" altLang="ko-KR" sz="1800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-윤고딕140"/>
                <a:ea typeface="-윤고딕140"/>
                <a:cs typeface="-윤고딕140"/>
              </a:rPr>
              <a:t>   -&gt; </a:t>
            </a:r>
            <a:r>
              <a:rPr lang="ko-KR" altLang="en-US" sz="1800" dirty="0">
                <a:latin typeface="-윤고딕140"/>
                <a:ea typeface="-윤고딕140"/>
                <a:cs typeface="-윤고딕140"/>
              </a:rPr>
              <a:t>반드시 기본 </a:t>
            </a:r>
            <a:r>
              <a:rPr lang="ko-KR" altLang="en-US" sz="1800" dirty="0" err="1">
                <a:latin typeface="-윤고딕140"/>
                <a:ea typeface="-윤고딕140"/>
                <a:cs typeface="-윤고딕140"/>
              </a:rPr>
              <a:t>생성자를</a:t>
            </a:r>
            <a:r>
              <a:rPr lang="ko-KR" altLang="en-US" sz="1800" dirty="0">
                <a:latin typeface="-윤고딕140"/>
                <a:ea typeface="-윤고딕140"/>
                <a:cs typeface="-윤고딕140"/>
              </a:rPr>
              <a:t> 미리 정의해 둘 것</a:t>
            </a:r>
            <a:endParaRPr lang="en-US" altLang="ko-KR" sz="18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endParaRPr lang="ko-KR" altLang="en-US" sz="18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ko-KR" altLang="en-US" sz="1800" dirty="0">
              <a:latin typeface="+mn-ea"/>
              <a:cs typeface="-윤고딕140"/>
            </a:endParaRPr>
          </a:p>
        </p:txBody>
      </p:sp>
      <p:cxnSp>
        <p:nvCxnSpPr>
          <p:cNvPr id="4" name="직선 화살표 연결선 3"/>
          <p:cNvCxnSpPr/>
          <p:nvPr/>
        </p:nvCxnSpPr>
        <p:spPr>
          <a:xfrm rot="5400000">
            <a:off x="1657896" y="2958728"/>
            <a:ext cx="357187" cy="1587"/>
          </a:xfrm>
          <a:prstGeom prst="straightConnector1">
            <a:avLst/>
          </a:prstGeom>
          <a:ln w="22225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657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객체 배열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1800" dirty="0">
                <a:latin typeface="+mn-ea"/>
              </a:rPr>
              <a:t>객체 배열 예</a:t>
            </a:r>
            <a:endParaRPr lang="en-US" altLang="ko-KR" sz="1800" dirty="0">
              <a:latin typeface="+mn-ea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#include &lt;</a:t>
            </a:r>
            <a:r>
              <a:rPr lang="en-US" altLang="ko-KR" sz="1800" dirty="0" err="1">
                <a:latin typeface="+mn-ea"/>
              </a:rPr>
              <a:t>iostream</a:t>
            </a:r>
            <a:r>
              <a:rPr lang="en-US" altLang="ko-KR" sz="1800" dirty="0">
                <a:latin typeface="+mn-ea"/>
              </a:rPr>
              <a:t>&gt;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using namespace </a:t>
            </a:r>
            <a:r>
              <a:rPr lang="en-US" altLang="ko-KR" sz="1800" dirty="0" err="1">
                <a:latin typeface="+mn-ea"/>
              </a:rPr>
              <a:t>std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class Car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private: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number;    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fuel;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public: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Car();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Car(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f,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g); 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};  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298393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객체 배열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kumimoji="0" lang="ko-KR" altLang="en-US" sz="1800" dirty="0">
                <a:latin typeface="+mn-ea"/>
              </a:rPr>
              <a:t>객체 배열 예</a:t>
            </a:r>
            <a:endParaRPr lang="en-US" altLang="ko-KR" sz="1800" dirty="0">
              <a:latin typeface="+mn-ea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Car::Car() {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    number = 0;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    fuel = 0;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차량 번호 </a:t>
            </a:r>
            <a:r>
              <a:rPr lang="en-US" altLang="ko-KR" sz="1800" dirty="0">
                <a:latin typeface="+mn-ea"/>
              </a:rPr>
              <a:t>: " &lt;&lt; number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남은 연료 </a:t>
            </a:r>
            <a:r>
              <a:rPr lang="en-US" altLang="ko-KR" sz="1800" dirty="0">
                <a:latin typeface="+mn-ea"/>
              </a:rPr>
              <a:t>: " &lt;&lt; fuel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인 차량을 생산하였습니다</a:t>
            </a:r>
            <a:r>
              <a:rPr lang="en-US" altLang="ko-KR" sz="1800" dirty="0">
                <a:latin typeface="+mn-ea"/>
              </a:rPr>
              <a:t>."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}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Car::Car(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f) {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    number = n;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    fuel = f;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차량 번호 </a:t>
            </a:r>
            <a:r>
              <a:rPr lang="en-US" altLang="ko-KR" sz="1800" dirty="0">
                <a:latin typeface="+mn-ea"/>
              </a:rPr>
              <a:t>: " &lt;&lt; number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남은 연료 </a:t>
            </a:r>
            <a:r>
              <a:rPr lang="en-US" altLang="ko-KR" sz="1800" dirty="0">
                <a:latin typeface="+mn-ea"/>
              </a:rPr>
              <a:t>: " &lt;&lt; fuel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인 차량을 생산하였습니다</a:t>
            </a:r>
            <a:r>
              <a:rPr lang="en-US" altLang="ko-KR" sz="1800" dirty="0">
                <a:latin typeface="+mn-ea"/>
              </a:rPr>
              <a:t>."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}  </a:t>
            </a:r>
            <a:br>
              <a:rPr lang="en-US" altLang="ko-KR" sz="1800" dirty="0">
                <a:latin typeface="+mn-ea"/>
              </a:rPr>
            </a:br>
            <a:endParaRPr lang="en-US" altLang="ko-KR" sz="1800" dirty="0">
              <a:latin typeface="+mn-ea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842138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객체 배열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1800" dirty="0">
                <a:latin typeface="+mn-ea"/>
              </a:rPr>
              <a:t>객체 배열 예</a:t>
            </a:r>
            <a:endParaRPr lang="en-US" altLang="ko-KR" sz="1800" dirty="0">
              <a:latin typeface="+mn-ea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 main()</a:t>
            </a:r>
            <a:r>
              <a:rPr lang="en-US" altLang="ko-KR" sz="1800" dirty="0">
                <a:latin typeface="Arial" panose="020B0604020202020204" pitchFamily="34" charset="0"/>
                <a:ea typeface="굴림" panose="020B0600000101010101" pitchFamily="50" charset="-127"/>
              </a:rPr>
              <a:t> </a:t>
            </a: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Car </a:t>
            </a:r>
            <a:r>
              <a:rPr lang="en-US" altLang="ko-KR" sz="1800" dirty="0" err="1">
                <a:latin typeface="굴림" panose="020B0600000101010101" pitchFamily="50" charset="-127"/>
                <a:ea typeface="굴림" panose="020B0600000101010101" pitchFamily="50" charset="-127"/>
              </a:rPr>
              <a:t>car_array_one</a:t>
            </a: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[3] = { Car(), Car(1234, 7),  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                                        Car(2345,10) };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 dirty="0">
                <a:latin typeface="Arial" panose="020B0604020202020204" pitchFamily="34" charset="0"/>
                <a:ea typeface="굴림" panose="020B0600000101010101" pitchFamily="50" charset="-127"/>
              </a:rPr>
              <a:t>    </a:t>
            </a: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Car </a:t>
            </a:r>
            <a:r>
              <a:rPr lang="en-US" altLang="ko-KR" sz="1800" dirty="0" err="1">
                <a:latin typeface="굴림" panose="020B0600000101010101" pitchFamily="50" charset="-127"/>
                <a:ea typeface="굴림" panose="020B0600000101010101" pitchFamily="50" charset="-127"/>
              </a:rPr>
              <a:t>car_array_two</a:t>
            </a: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[2]; 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  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288998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동적 메모리 할당하기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ko-KR" altLang="en-US" sz="1600" b="1" dirty="0">
                <a:solidFill>
                  <a:srgbClr val="E46C0A"/>
                </a:solidFill>
                <a:latin typeface="맑은 고딕" panose="020B0503020000020004" pitchFamily="50" charset="-127"/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기억 공간</a:t>
            </a:r>
            <a:endParaRPr lang="en-US" altLang="ko-KR" sz="16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정적 메모리 할당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: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변수가 선언된 지점에서 할당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동적 메모리 할당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: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프로그래머가 원하는 시점에서 할당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3652176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24C8CA3-A15F-4629-8016-4F21A04AB521}" type="slidenum">
              <a:rPr lang="en-US" altLang="ko-KR" sz="1400">
                <a:solidFill>
                  <a:schemeClr val="accent1"/>
                </a:solidFill>
                <a:latin typeface="양재백두체B" pitchFamily="18" charset="-127"/>
                <a:ea typeface="양재백두체B" pitchFamily="18" charset="-127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ko-KR" sz="1400">
              <a:solidFill>
                <a:schemeClr val="accent1"/>
              </a:solidFill>
              <a:latin typeface="양재백두체B" pitchFamily="18" charset="-127"/>
              <a:ea typeface="양재백두체B" pitchFamily="18" charset="-127"/>
            </a:endParaRPr>
          </a:p>
        </p:txBody>
      </p:sp>
      <p:sp>
        <p:nvSpPr>
          <p:cNvPr id="3075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400" dirty="0"/>
              <a:t>포인터 </a:t>
            </a:r>
          </a:p>
        </p:txBody>
      </p:sp>
      <p:sp>
        <p:nvSpPr>
          <p:cNvPr id="3076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sz="2000" dirty="0">
                <a:latin typeface="+mn-ea"/>
              </a:rPr>
              <a:t>포인터 예제</a:t>
            </a:r>
            <a:r>
              <a:rPr lang="en-US" altLang="ko-KR" sz="2000" dirty="0">
                <a:latin typeface="+mn-ea"/>
              </a:rPr>
              <a:t>1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#include &lt;</a:t>
            </a:r>
            <a:r>
              <a:rPr lang="en-US" altLang="ko-KR" sz="2000" dirty="0" err="1">
                <a:latin typeface="+mn-ea"/>
              </a:rPr>
              <a:t>iostream</a:t>
            </a:r>
            <a:r>
              <a:rPr lang="en-US" altLang="ko-KR" sz="2000" dirty="0">
                <a:latin typeface="+mn-ea"/>
              </a:rPr>
              <a:t>&gt;</a:t>
            </a:r>
          </a:p>
          <a:p>
            <a:pPr marL="109728" indent="0">
              <a:buNone/>
            </a:pPr>
            <a:endParaRPr lang="en-US" altLang="ko-KR" sz="20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using namespace </a:t>
            </a:r>
            <a:r>
              <a:rPr lang="en-US" altLang="ko-KR" sz="2000" dirty="0" err="1">
                <a:latin typeface="+mn-ea"/>
              </a:rPr>
              <a:t>std</a:t>
            </a:r>
            <a:r>
              <a:rPr lang="en-US" altLang="ko-KR" sz="2000" dirty="0">
                <a:latin typeface="+mn-ea"/>
              </a:rPr>
              <a:t>;</a:t>
            </a:r>
          </a:p>
          <a:p>
            <a:pPr marL="109728" indent="0">
              <a:buNone/>
            </a:pPr>
            <a:endParaRPr lang="en-US" altLang="ko-KR" sz="20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2000" dirty="0" err="1">
                <a:latin typeface="+mn-ea"/>
              </a:rPr>
              <a:t>int</a:t>
            </a:r>
            <a:r>
              <a:rPr lang="en-US" altLang="ko-KR" sz="2000" dirty="0">
                <a:latin typeface="+mn-ea"/>
              </a:rPr>
              <a:t> main()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{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int</a:t>
            </a:r>
            <a:r>
              <a:rPr lang="en-US" altLang="ko-KR" sz="2000" dirty="0">
                <a:latin typeface="+mn-ea"/>
              </a:rPr>
              <a:t> a;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int</a:t>
            </a:r>
            <a:r>
              <a:rPr lang="en-US" altLang="ko-KR" sz="2000" dirty="0">
                <a:latin typeface="+mn-ea"/>
              </a:rPr>
              <a:t>* </a:t>
            </a:r>
            <a:r>
              <a:rPr lang="en-US" altLang="ko-KR" sz="2000" dirty="0" err="1">
                <a:latin typeface="+mn-ea"/>
              </a:rPr>
              <a:t>pt</a:t>
            </a:r>
            <a:r>
              <a:rPr lang="en-US" altLang="ko-KR" sz="2000" dirty="0">
                <a:latin typeface="+mn-ea"/>
              </a:rPr>
              <a:t>;</a:t>
            </a:r>
          </a:p>
          <a:p>
            <a:pPr marL="109728" indent="0">
              <a:buNone/>
            </a:pPr>
            <a:endParaRPr lang="en-US" altLang="ko-KR" sz="20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a = 100;</a:t>
            </a:r>
          </a:p>
          <a:p>
            <a:pPr marL="109728" indent="0">
              <a:buNone/>
            </a:pPr>
            <a:endParaRPr lang="en-US" altLang="ko-KR" sz="20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pt</a:t>
            </a:r>
            <a:r>
              <a:rPr lang="en-US" altLang="ko-KR" sz="2000" dirty="0">
                <a:latin typeface="+mn-ea"/>
              </a:rPr>
              <a:t> = &amp;a;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cout</a:t>
            </a:r>
            <a:r>
              <a:rPr lang="en-US" altLang="ko-KR" sz="2000" dirty="0">
                <a:latin typeface="+mn-ea"/>
              </a:rPr>
              <a:t> &lt;&lt; </a:t>
            </a:r>
            <a:r>
              <a:rPr lang="en-US" altLang="ko-KR" sz="2000" dirty="0" err="1">
                <a:latin typeface="+mn-ea"/>
              </a:rPr>
              <a:t>pt</a:t>
            </a:r>
            <a:r>
              <a:rPr lang="en-US" altLang="ko-KR" sz="2000" dirty="0">
                <a:latin typeface="+mn-ea"/>
              </a:rPr>
              <a:t> &lt;&lt; </a:t>
            </a:r>
            <a:r>
              <a:rPr lang="en-US" altLang="ko-KR" sz="2000" dirty="0" err="1">
                <a:latin typeface="+mn-ea"/>
              </a:rPr>
              <a:t>endl</a:t>
            </a:r>
            <a:r>
              <a:rPr lang="en-US" altLang="ko-KR" sz="20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cout</a:t>
            </a:r>
            <a:r>
              <a:rPr lang="en-US" altLang="ko-KR" sz="2000" dirty="0">
                <a:latin typeface="+mn-ea"/>
              </a:rPr>
              <a:t> &lt;&lt; &amp;a &lt;&lt; </a:t>
            </a:r>
            <a:r>
              <a:rPr lang="en-US" altLang="ko-KR" sz="2000" dirty="0" err="1">
                <a:latin typeface="+mn-ea"/>
              </a:rPr>
              <a:t>endl</a:t>
            </a:r>
            <a:r>
              <a:rPr lang="en-US" altLang="ko-KR" sz="20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cout</a:t>
            </a:r>
            <a:r>
              <a:rPr lang="en-US" altLang="ko-KR" sz="2000" dirty="0">
                <a:latin typeface="+mn-ea"/>
              </a:rPr>
              <a:t> &lt;&lt; *</a:t>
            </a:r>
            <a:r>
              <a:rPr lang="en-US" altLang="ko-KR" sz="2000" dirty="0" err="1">
                <a:latin typeface="+mn-ea"/>
              </a:rPr>
              <a:t>pt</a:t>
            </a:r>
            <a:r>
              <a:rPr lang="en-US" altLang="ko-KR" sz="2000" dirty="0">
                <a:latin typeface="+mn-ea"/>
              </a:rPr>
              <a:t> &lt;&lt; </a:t>
            </a:r>
            <a:r>
              <a:rPr lang="en-US" altLang="ko-KR" sz="2000" dirty="0" err="1">
                <a:latin typeface="+mn-ea"/>
              </a:rPr>
              <a:t>endl</a:t>
            </a:r>
            <a:r>
              <a:rPr lang="en-US" altLang="ko-KR" sz="2000" dirty="0">
                <a:latin typeface="+mn-ea"/>
              </a:rPr>
              <a:t>;</a:t>
            </a:r>
          </a:p>
          <a:p>
            <a:pPr marL="109728" indent="0">
              <a:buNone/>
            </a:pPr>
            <a:endParaRPr lang="en-US" altLang="ko-KR" sz="20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return 0;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8616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24C8CA3-A15F-4629-8016-4F21A04AB521}" type="slidenum">
              <a:rPr lang="en-US" altLang="ko-KR" sz="1400">
                <a:solidFill>
                  <a:schemeClr val="accent1"/>
                </a:solidFill>
                <a:latin typeface="양재백두체B" pitchFamily="18" charset="-127"/>
                <a:ea typeface="양재백두체B" pitchFamily="18" charset="-127"/>
              </a:rPr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ko-KR" sz="1400">
              <a:solidFill>
                <a:schemeClr val="accent1"/>
              </a:solidFill>
              <a:latin typeface="양재백두체B" pitchFamily="18" charset="-127"/>
              <a:ea typeface="양재백두체B" pitchFamily="18" charset="-127"/>
            </a:endParaRPr>
          </a:p>
        </p:txBody>
      </p:sp>
      <p:sp>
        <p:nvSpPr>
          <p:cNvPr id="3075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400" dirty="0"/>
              <a:t>포인터 </a:t>
            </a:r>
          </a:p>
        </p:txBody>
      </p:sp>
      <p:sp>
        <p:nvSpPr>
          <p:cNvPr id="3076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sz="2000" dirty="0">
                <a:latin typeface="+mn-ea"/>
              </a:rPr>
              <a:t>포인터 예제</a:t>
            </a:r>
            <a:r>
              <a:rPr lang="en-US" altLang="ko-KR" sz="2000" dirty="0">
                <a:latin typeface="+mn-ea"/>
              </a:rPr>
              <a:t>2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#include &lt;</a:t>
            </a:r>
            <a:r>
              <a:rPr lang="en-US" altLang="ko-KR" sz="2000" dirty="0" err="1">
                <a:latin typeface="+mn-ea"/>
              </a:rPr>
              <a:t>iostream</a:t>
            </a:r>
            <a:r>
              <a:rPr lang="en-US" altLang="ko-KR" sz="2000" dirty="0">
                <a:latin typeface="+mn-ea"/>
              </a:rPr>
              <a:t>&gt;</a:t>
            </a:r>
          </a:p>
          <a:p>
            <a:pPr marL="109728" indent="0">
              <a:buNone/>
            </a:pPr>
            <a:endParaRPr lang="en-US" altLang="ko-KR" sz="20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using namespace </a:t>
            </a:r>
            <a:r>
              <a:rPr lang="en-US" altLang="ko-KR" sz="2000" dirty="0" err="1">
                <a:latin typeface="+mn-ea"/>
              </a:rPr>
              <a:t>std</a:t>
            </a:r>
            <a:r>
              <a:rPr lang="en-US" altLang="ko-KR" sz="2000" dirty="0">
                <a:latin typeface="+mn-ea"/>
              </a:rPr>
              <a:t>;</a:t>
            </a:r>
          </a:p>
          <a:p>
            <a:pPr marL="109728" indent="0">
              <a:buNone/>
            </a:pPr>
            <a:endParaRPr lang="en-US" altLang="ko-KR" sz="20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2000" dirty="0" err="1">
                <a:latin typeface="+mn-ea"/>
              </a:rPr>
              <a:t>int</a:t>
            </a:r>
            <a:r>
              <a:rPr lang="en-US" altLang="ko-KR" sz="2000" dirty="0">
                <a:latin typeface="+mn-ea"/>
              </a:rPr>
              <a:t> main()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{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int</a:t>
            </a:r>
            <a:r>
              <a:rPr lang="en-US" altLang="ko-KR" sz="2000" dirty="0">
                <a:latin typeface="+mn-ea"/>
              </a:rPr>
              <a:t> </a:t>
            </a:r>
            <a:r>
              <a:rPr lang="en-US" altLang="ko-KR" sz="2000" dirty="0" err="1">
                <a:latin typeface="+mn-ea"/>
              </a:rPr>
              <a:t>arr</a:t>
            </a:r>
            <a:r>
              <a:rPr lang="en-US" altLang="ko-KR" sz="2000" dirty="0">
                <a:latin typeface="+mn-ea"/>
              </a:rPr>
              <a:t>[5] = { 10, 20, 30, 40, 50 };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int</a:t>
            </a:r>
            <a:r>
              <a:rPr lang="en-US" altLang="ko-KR" sz="2000" dirty="0">
                <a:latin typeface="+mn-ea"/>
              </a:rPr>
              <a:t>* </a:t>
            </a:r>
            <a:r>
              <a:rPr lang="en-US" altLang="ko-KR" sz="2000" dirty="0" err="1">
                <a:latin typeface="+mn-ea"/>
              </a:rPr>
              <a:t>ap</a:t>
            </a:r>
            <a:r>
              <a:rPr lang="en-US" altLang="ko-KR" sz="2000" dirty="0">
                <a:latin typeface="+mn-ea"/>
              </a:rPr>
              <a:t>;     // </a:t>
            </a:r>
            <a:r>
              <a:rPr lang="en-US" altLang="ko-KR" sz="2000" dirty="0" err="1">
                <a:latin typeface="+mn-ea"/>
              </a:rPr>
              <a:t>int</a:t>
            </a:r>
            <a:r>
              <a:rPr lang="en-US" altLang="ko-KR" sz="2000" dirty="0">
                <a:latin typeface="+mn-ea"/>
              </a:rPr>
              <a:t> *</a:t>
            </a:r>
            <a:r>
              <a:rPr lang="en-US" altLang="ko-KR" sz="2000" dirty="0" err="1">
                <a:latin typeface="+mn-ea"/>
              </a:rPr>
              <a:t>ap</a:t>
            </a:r>
            <a:r>
              <a:rPr lang="en-US" altLang="ko-KR" sz="2000" dirty="0">
                <a:latin typeface="+mn-ea"/>
              </a:rPr>
              <a:t> = </a:t>
            </a:r>
            <a:r>
              <a:rPr lang="en-US" altLang="ko-KR" sz="2000" dirty="0" err="1">
                <a:latin typeface="+mn-ea"/>
              </a:rPr>
              <a:t>arr</a:t>
            </a:r>
            <a:r>
              <a:rPr lang="en-US" altLang="ko-KR" sz="20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ap</a:t>
            </a:r>
            <a:r>
              <a:rPr lang="en-US" altLang="ko-KR" sz="2000" dirty="0">
                <a:latin typeface="+mn-ea"/>
              </a:rPr>
              <a:t> = </a:t>
            </a:r>
            <a:r>
              <a:rPr lang="en-US" altLang="ko-KR" sz="2000" dirty="0" err="1">
                <a:latin typeface="+mn-ea"/>
              </a:rPr>
              <a:t>arr</a:t>
            </a:r>
            <a:r>
              <a:rPr lang="en-US" altLang="ko-KR" sz="2000" dirty="0">
                <a:latin typeface="+mn-ea"/>
              </a:rPr>
              <a:t>;  // </a:t>
            </a:r>
            <a:r>
              <a:rPr lang="en-US" altLang="ko-KR" sz="2000" dirty="0" err="1">
                <a:latin typeface="+mn-ea"/>
              </a:rPr>
              <a:t>ap</a:t>
            </a:r>
            <a:r>
              <a:rPr lang="en-US" altLang="ko-KR" sz="2000" dirty="0">
                <a:latin typeface="+mn-ea"/>
              </a:rPr>
              <a:t> = &amp;</a:t>
            </a:r>
            <a:r>
              <a:rPr lang="en-US" altLang="ko-KR" sz="2000" dirty="0" err="1">
                <a:latin typeface="+mn-ea"/>
              </a:rPr>
              <a:t>arr</a:t>
            </a:r>
            <a:r>
              <a:rPr lang="en-US" altLang="ko-KR" sz="2000" dirty="0">
                <a:latin typeface="+mn-ea"/>
              </a:rPr>
              <a:t>[0]</a:t>
            </a:r>
          </a:p>
          <a:p>
            <a:pPr marL="109728" indent="0">
              <a:buNone/>
            </a:pPr>
            <a:endParaRPr lang="en-US" altLang="ko-KR" sz="20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for (</a:t>
            </a:r>
            <a:r>
              <a:rPr lang="en-US" altLang="ko-KR" sz="2000" dirty="0" err="1">
                <a:latin typeface="+mn-ea"/>
              </a:rPr>
              <a:t>int</a:t>
            </a:r>
            <a:r>
              <a:rPr lang="en-US" altLang="ko-KR" sz="2000" dirty="0">
                <a:latin typeface="+mn-ea"/>
              </a:rPr>
              <a:t> </a:t>
            </a:r>
            <a:r>
              <a:rPr lang="en-US" altLang="ko-KR" sz="2000" dirty="0" err="1">
                <a:latin typeface="+mn-ea"/>
              </a:rPr>
              <a:t>i</a:t>
            </a:r>
            <a:r>
              <a:rPr lang="en-US" altLang="ko-KR" sz="2000" dirty="0">
                <a:latin typeface="+mn-ea"/>
              </a:rPr>
              <a:t> = 0; </a:t>
            </a:r>
            <a:r>
              <a:rPr lang="en-US" altLang="ko-KR" sz="2000" dirty="0" err="1">
                <a:latin typeface="+mn-ea"/>
              </a:rPr>
              <a:t>i</a:t>
            </a:r>
            <a:r>
              <a:rPr lang="en-US" altLang="ko-KR" sz="2000" dirty="0">
                <a:latin typeface="+mn-ea"/>
              </a:rPr>
              <a:t> &lt; 5; </a:t>
            </a:r>
            <a:r>
              <a:rPr lang="en-US" altLang="ko-KR" sz="2000" dirty="0" err="1">
                <a:latin typeface="+mn-ea"/>
              </a:rPr>
              <a:t>i</a:t>
            </a:r>
            <a:r>
              <a:rPr lang="en-US" altLang="ko-KR" sz="2000" dirty="0">
                <a:latin typeface="+mn-ea"/>
              </a:rPr>
              <a:t>++) {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	</a:t>
            </a:r>
            <a:r>
              <a:rPr lang="en-US" altLang="ko-KR" sz="2000" dirty="0" err="1">
                <a:latin typeface="+mn-ea"/>
              </a:rPr>
              <a:t>cout</a:t>
            </a:r>
            <a:r>
              <a:rPr lang="en-US" altLang="ko-KR" sz="2000" dirty="0">
                <a:latin typeface="+mn-ea"/>
              </a:rPr>
              <a:t> &lt;&lt; *(</a:t>
            </a:r>
            <a:r>
              <a:rPr lang="en-US" altLang="ko-KR" sz="2000" dirty="0" err="1">
                <a:latin typeface="+mn-ea"/>
              </a:rPr>
              <a:t>ap</a:t>
            </a:r>
            <a:r>
              <a:rPr lang="en-US" altLang="ko-KR" sz="2000" dirty="0">
                <a:latin typeface="+mn-ea"/>
              </a:rPr>
              <a:t> + </a:t>
            </a:r>
            <a:r>
              <a:rPr lang="en-US" altLang="ko-KR" sz="2000" dirty="0" err="1">
                <a:latin typeface="+mn-ea"/>
              </a:rPr>
              <a:t>i</a:t>
            </a:r>
            <a:r>
              <a:rPr lang="en-US" altLang="ko-KR" sz="2000" dirty="0">
                <a:latin typeface="+mn-ea"/>
              </a:rPr>
              <a:t>) &lt;&lt; </a:t>
            </a:r>
            <a:r>
              <a:rPr lang="en-US" altLang="ko-KR" sz="2000" dirty="0" err="1">
                <a:latin typeface="+mn-ea"/>
              </a:rPr>
              <a:t>endl</a:t>
            </a:r>
            <a:r>
              <a:rPr lang="en-US" altLang="ko-KR" sz="20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}</a:t>
            </a:r>
          </a:p>
          <a:p>
            <a:pPr marL="109728" indent="0">
              <a:buNone/>
            </a:pPr>
            <a:endParaRPr lang="en-US" altLang="ko-KR" sz="20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return 0;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5685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24C8CA3-A15F-4629-8016-4F21A04AB521}" type="slidenum">
              <a:rPr lang="en-US" altLang="ko-KR" sz="1400">
                <a:solidFill>
                  <a:schemeClr val="accent1"/>
                </a:solidFill>
                <a:latin typeface="양재백두체B" pitchFamily="18" charset="-127"/>
                <a:ea typeface="양재백두체B" pitchFamily="18" charset="-127"/>
              </a:rPr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ko-KR" sz="1400">
              <a:solidFill>
                <a:schemeClr val="accent1"/>
              </a:solidFill>
              <a:latin typeface="양재백두체B" pitchFamily="18" charset="-127"/>
              <a:ea typeface="양재백두체B" pitchFamily="18" charset="-127"/>
            </a:endParaRPr>
          </a:p>
        </p:txBody>
      </p:sp>
      <p:sp>
        <p:nvSpPr>
          <p:cNvPr id="3075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400" dirty="0"/>
              <a:t>포인터 </a:t>
            </a:r>
          </a:p>
        </p:txBody>
      </p:sp>
      <p:sp>
        <p:nvSpPr>
          <p:cNvPr id="3076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sz="2000" dirty="0">
                <a:latin typeface="+mn-ea"/>
              </a:rPr>
              <a:t>포인터 예제</a:t>
            </a:r>
            <a:r>
              <a:rPr lang="en-US" altLang="ko-KR" sz="2000" dirty="0">
                <a:latin typeface="+mn-ea"/>
              </a:rPr>
              <a:t>3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#include &lt;</a:t>
            </a:r>
            <a:r>
              <a:rPr lang="en-US" altLang="ko-KR" sz="2000" dirty="0" err="1">
                <a:latin typeface="+mn-ea"/>
              </a:rPr>
              <a:t>iostream</a:t>
            </a:r>
            <a:r>
              <a:rPr lang="en-US" altLang="ko-KR" sz="2000" dirty="0">
                <a:latin typeface="+mn-ea"/>
              </a:rPr>
              <a:t>&gt;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using namespace </a:t>
            </a:r>
            <a:r>
              <a:rPr lang="en-US" altLang="ko-KR" sz="2000" dirty="0" err="1">
                <a:latin typeface="+mn-ea"/>
              </a:rPr>
              <a:t>std</a:t>
            </a:r>
            <a:r>
              <a:rPr lang="en-US" altLang="ko-KR" sz="20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2000" dirty="0" err="1">
                <a:latin typeface="+mn-ea"/>
              </a:rPr>
              <a:t>int</a:t>
            </a:r>
            <a:r>
              <a:rPr lang="en-US" altLang="ko-KR" sz="2000" dirty="0">
                <a:latin typeface="+mn-ea"/>
              </a:rPr>
              <a:t> main()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{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int</a:t>
            </a:r>
            <a:r>
              <a:rPr lang="en-US" altLang="ko-KR" sz="2000" dirty="0">
                <a:latin typeface="+mn-ea"/>
              </a:rPr>
              <a:t> arr1[5] = { 1, 2, 3, 4, 5 };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int</a:t>
            </a:r>
            <a:r>
              <a:rPr lang="en-US" altLang="ko-KR" sz="2000" dirty="0">
                <a:latin typeface="+mn-ea"/>
              </a:rPr>
              <a:t> arr2[4] = { 10, 20, 30, 40 };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int</a:t>
            </a:r>
            <a:r>
              <a:rPr lang="en-US" altLang="ko-KR" sz="2000" dirty="0">
                <a:latin typeface="+mn-ea"/>
              </a:rPr>
              <a:t> arr3[3] = { 100, 200, 300 };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int* ap[3];   </a:t>
            </a:r>
            <a:r>
              <a:rPr lang="en-US" altLang="ko-KR" sz="2000" dirty="0">
                <a:highlight>
                  <a:srgbClr val="FFFF00"/>
                </a:highlight>
                <a:latin typeface="+mn-ea"/>
              </a:rPr>
              <a:t>// int *pt1 == pt[0], *pt2==pt[1], *pt3==pt[2]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ap</a:t>
            </a:r>
            <a:r>
              <a:rPr lang="en-US" altLang="ko-KR" sz="2000" dirty="0">
                <a:latin typeface="+mn-ea"/>
              </a:rPr>
              <a:t>[0] = arr1;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ap</a:t>
            </a:r>
            <a:r>
              <a:rPr lang="en-US" altLang="ko-KR" sz="2000" dirty="0">
                <a:latin typeface="+mn-ea"/>
              </a:rPr>
              <a:t>[1] = arr3;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</a:t>
            </a:r>
            <a:r>
              <a:rPr lang="en-US" altLang="ko-KR" sz="2000" dirty="0" err="1">
                <a:latin typeface="+mn-ea"/>
              </a:rPr>
              <a:t>ap</a:t>
            </a:r>
            <a:r>
              <a:rPr lang="en-US" altLang="ko-KR" sz="2000" dirty="0">
                <a:latin typeface="+mn-ea"/>
              </a:rPr>
              <a:t>[2] = arr2;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for (</a:t>
            </a:r>
            <a:r>
              <a:rPr lang="en-US" altLang="ko-KR" sz="2000" dirty="0" err="1">
                <a:latin typeface="+mn-ea"/>
              </a:rPr>
              <a:t>int</a:t>
            </a:r>
            <a:r>
              <a:rPr lang="en-US" altLang="ko-KR" sz="2000" dirty="0">
                <a:latin typeface="+mn-ea"/>
              </a:rPr>
              <a:t> </a:t>
            </a:r>
            <a:r>
              <a:rPr lang="en-US" altLang="ko-KR" sz="2000" dirty="0" err="1">
                <a:latin typeface="+mn-ea"/>
              </a:rPr>
              <a:t>i</a:t>
            </a:r>
            <a:r>
              <a:rPr lang="en-US" altLang="ko-KR" sz="2000" dirty="0">
                <a:latin typeface="+mn-ea"/>
              </a:rPr>
              <a:t> = 0; </a:t>
            </a:r>
            <a:r>
              <a:rPr lang="en-US" altLang="ko-KR" sz="2000" dirty="0" err="1">
                <a:latin typeface="+mn-ea"/>
              </a:rPr>
              <a:t>i</a:t>
            </a:r>
            <a:r>
              <a:rPr lang="en-US" altLang="ko-KR" sz="2000" dirty="0">
                <a:latin typeface="+mn-ea"/>
              </a:rPr>
              <a:t> &lt; 5; </a:t>
            </a:r>
            <a:r>
              <a:rPr lang="en-US" altLang="ko-KR" sz="2000" dirty="0" err="1">
                <a:latin typeface="+mn-ea"/>
              </a:rPr>
              <a:t>i</a:t>
            </a:r>
            <a:r>
              <a:rPr lang="en-US" altLang="ko-KR" sz="2000" dirty="0">
                <a:latin typeface="+mn-ea"/>
              </a:rPr>
              <a:t>++) {		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	</a:t>
            </a:r>
            <a:r>
              <a:rPr lang="en-US" altLang="ko-KR" sz="2000" dirty="0" err="1">
                <a:latin typeface="+mn-ea"/>
              </a:rPr>
              <a:t>cout</a:t>
            </a:r>
            <a:r>
              <a:rPr lang="en-US" altLang="ko-KR" sz="2000" dirty="0">
                <a:latin typeface="+mn-ea"/>
              </a:rPr>
              <a:t> &lt;&lt; *(</a:t>
            </a:r>
            <a:r>
              <a:rPr lang="en-US" altLang="ko-KR" sz="2000" dirty="0" err="1">
                <a:latin typeface="+mn-ea"/>
              </a:rPr>
              <a:t>ap</a:t>
            </a:r>
            <a:r>
              <a:rPr lang="en-US" altLang="ko-KR" sz="2000" dirty="0">
                <a:latin typeface="+mn-ea"/>
              </a:rPr>
              <a:t>[0] + </a:t>
            </a:r>
            <a:r>
              <a:rPr lang="en-US" altLang="ko-KR" sz="2000" dirty="0" err="1">
                <a:latin typeface="+mn-ea"/>
              </a:rPr>
              <a:t>i</a:t>
            </a:r>
            <a:r>
              <a:rPr lang="en-US" altLang="ko-KR" sz="2000" dirty="0">
                <a:latin typeface="+mn-ea"/>
              </a:rPr>
              <a:t>) &lt;&lt; </a:t>
            </a:r>
            <a:r>
              <a:rPr lang="en-US" altLang="ko-KR" sz="2000" dirty="0" err="1">
                <a:latin typeface="+mn-ea"/>
              </a:rPr>
              <a:t>endl</a:t>
            </a:r>
            <a:r>
              <a:rPr lang="en-US" altLang="ko-KR" sz="20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}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for (</a:t>
            </a:r>
            <a:r>
              <a:rPr lang="en-US" altLang="ko-KR" sz="2000" dirty="0" err="1">
                <a:latin typeface="+mn-ea"/>
              </a:rPr>
              <a:t>int</a:t>
            </a:r>
            <a:r>
              <a:rPr lang="en-US" altLang="ko-KR" sz="2000" dirty="0">
                <a:latin typeface="+mn-ea"/>
              </a:rPr>
              <a:t> </a:t>
            </a:r>
            <a:r>
              <a:rPr lang="en-US" altLang="ko-KR" sz="2000" dirty="0" err="1">
                <a:latin typeface="+mn-ea"/>
              </a:rPr>
              <a:t>i</a:t>
            </a:r>
            <a:r>
              <a:rPr lang="en-US" altLang="ko-KR" sz="2000" dirty="0">
                <a:latin typeface="+mn-ea"/>
              </a:rPr>
              <a:t> = 0; </a:t>
            </a:r>
            <a:r>
              <a:rPr lang="en-US" altLang="ko-KR" sz="2000" dirty="0" err="1">
                <a:latin typeface="+mn-ea"/>
              </a:rPr>
              <a:t>i</a:t>
            </a:r>
            <a:r>
              <a:rPr lang="en-US" altLang="ko-KR" sz="2000" dirty="0">
                <a:latin typeface="+mn-ea"/>
              </a:rPr>
              <a:t> &lt; 3; </a:t>
            </a:r>
            <a:r>
              <a:rPr lang="en-US" altLang="ko-KR" sz="2000" dirty="0" err="1">
                <a:latin typeface="+mn-ea"/>
              </a:rPr>
              <a:t>i</a:t>
            </a:r>
            <a:r>
              <a:rPr lang="en-US" altLang="ko-KR" sz="2000" dirty="0">
                <a:latin typeface="+mn-ea"/>
              </a:rPr>
              <a:t>++) {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	</a:t>
            </a:r>
            <a:r>
              <a:rPr lang="en-US" altLang="ko-KR" sz="2000" dirty="0" err="1">
                <a:latin typeface="+mn-ea"/>
              </a:rPr>
              <a:t>cout</a:t>
            </a:r>
            <a:r>
              <a:rPr lang="en-US" altLang="ko-KR" sz="2000" dirty="0">
                <a:latin typeface="+mn-ea"/>
              </a:rPr>
              <a:t> &lt;&lt; *(</a:t>
            </a:r>
            <a:r>
              <a:rPr lang="en-US" altLang="ko-KR" sz="2000" dirty="0" err="1">
                <a:latin typeface="+mn-ea"/>
              </a:rPr>
              <a:t>ap</a:t>
            </a:r>
            <a:r>
              <a:rPr lang="en-US" altLang="ko-KR" sz="2000" dirty="0">
                <a:latin typeface="+mn-ea"/>
              </a:rPr>
              <a:t>[1] + </a:t>
            </a:r>
            <a:r>
              <a:rPr lang="en-US" altLang="ko-KR" sz="2000" dirty="0" err="1">
                <a:latin typeface="+mn-ea"/>
              </a:rPr>
              <a:t>i</a:t>
            </a:r>
            <a:r>
              <a:rPr lang="en-US" altLang="ko-KR" sz="2000" dirty="0">
                <a:latin typeface="+mn-ea"/>
              </a:rPr>
              <a:t>) &lt;&lt; </a:t>
            </a:r>
            <a:r>
              <a:rPr lang="en-US" altLang="ko-KR" sz="2000" dirty="0" err="1">
                <a:latin typeface="+mn-ea"/>
              </a:rPr>
              <a:t>endl</a:t>
            </a:r>
            <a:r>
              <a:rPr lang="en-US" altLang="ko-KR" sz="2000" dirty="0">
                <a:latin typeface="+mn-ea"/>
              </a:rPr>
              <a:t>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}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	return 0;</a:t>
            </a:r>
          </a:p>
          <a:p>
            <a:pPr marL="109728" indent="0">
              <a:buNone/>
            </a:pPr>
            <a:r>
              <a:rPr lang="en-US" altLang="ko-KR" sz="20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1262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동적 메모리 할당하기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ko-KR" altLang="en-US" sz="1600" b="1" dirty="0">
                <a:solidFill>
                  <a:srgbClr val="E46C0A"/>
                </a:solidFill>
                <a:latin typeface="맑은 고딕" panose="020B0503020000020004" pitchFamily="50" charset="-127"/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메모리 할당</a:t>
            </a:r>
            <a:endParaRPr lang="en-US" altLang="ko-KR" sz="16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new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연산자 사용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포인터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변수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= new </a:t>
            </a:r>
            <a:r>
              <a:rPr lang="ko-KR" altLang="en-US" sz="1600" b="1" dirty="0" err="1">
                <a:latin typeface="-윤고딕140"/>
                <a:ea typeface="-윤고딕140"/>
                <a:cs typeface="-윤고딕140"/>
              </a:rPr>
              <a:t>자료형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;  //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단일 메모리 지정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     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    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= new </a:t>
            </a:r>
            <a:r>
              <a:rPr lang="ko-KR" altLang="en-US" sz="1600" b="1" dirty="0" err="1">
                <a:latin typeface="-윤고딕140"/>
                <a:ea typeface="-윤고딕140"/>
                <a:cs typeface="-윤고딕140"/>
              </a:rPr>
              <a:t>자료형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[n]; // n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개의 동적 메모리 지정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(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예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)</a:t>
            </a: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*p;	       //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혹은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*p = new 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 marL="109728" indent="0"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p = new 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; //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혹은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p = new 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[5]; 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영역 크기가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5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인 정수형 동적 배열 할당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562504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동적 메모리 할당하기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ko-KR" altLang="en-US" sz="2000" b="1" dirty="0">
                <a:solidFill>
                  <a:srgbClr val="E46C0A"/>
                </a:solidFill>
                <a:latin typeface="맑은 고딕" panose="020B0503020000020004" pitchFamily="50" charset="-127"/>
              </a:rPr>
              <a:t>● </a:t>
            </a:r>
            <a:r>
              <a:rPr lang="ko-KR" altLang="en-US" sz="20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기억 공간 확보하기</a:t>
            </a:r>
            <a:endParaRPr lang="en-US" altLang="ko-KR" sz="20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동적 메모리 할당 순서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동적 메모리를 할당과 동시에 초기화하기</a:t>
            </a:r>
            <a:endParaRPr lang="en-US" altLang="ko-KR" sz="20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4" name="부제목 8"/>
          <p:cNvSpPr txBox="1">
            <a:spLocks/>
          </p:cNvSpPr>
          <p:nvPr/>
        </p:nvSpPr>
        <p:spPr>
          <a:xfrm>
            <a:off x="755576" y="2564904"/>
            <a:ext cx="6715125" cy="10715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①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*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pMem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     </a:t>
            </a:r>
            <a:r>
              <a:rPr kumimoji="0" lang="en-US" altLang="ko-KR" sz="1600" spc="1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필요한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자료형으로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포인터를 선언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②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pMem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new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  // new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연산자로 기억 공간 할당하고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           </a:t>
            </a:r>
            <a:r>
              <a:rPr kumimoji="0" lang="en-US" altLang="ko-KR" sz="1600" spc="1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   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그 주소를 포인터에 저장 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=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포인터와 연결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③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*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pMem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100;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할당된 메모리는 포인터로 관리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755575" y="4500410"/>
            <a:ext cx="6715125" cy="64293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*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pMem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pMem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= new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(10);     // 10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으로 초기화 됨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3905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동적 메모리 할당하기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ko-KR" altLang="en-US" sz="2000" b="1" dirty="0">
                <a:solidFill>
                  <a:srgbClr val="E46C0A"/>
                </a:solidFill>
                <a:latin typeface="맑은 고딕" panose="020B0503020000020004" pitchFamily="50" charset="-127"/>
              </a:rPr>
              <a:t>● </a:t>
            </a:r>
            <a:r>
              <a:rPr lang="ko-KR" altLang="en-US" sz="20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동적 메모리 관리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ko-KR" altLang="en-US" sz="1600" b="1" dirty="0" err="1">
                <a:latin typeface="-윤고딕140"/>
                <a:ea typeface="-윤고딕140"/>
                <a:cs typeface="-윤고딕140"/>
              </a:rPr>
              <a:t>힙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(heap=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자유 저장소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)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의 형태로 관리되는 메모리에 저장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정적 메모리와 달리 기억 공간이 자동 소멸되지 않음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강제적인 메모리 해제가 필요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그렇지 않으면 메모리 부족 현상 발생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사용하지 않게 되는 시점에서 즉시 해제하는 것이 좋음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31491408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동적 메모리 해제하기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ko-KR" altLang="en-US" sz="2000" b="1" dirty="0">
                <a:solidFill>
                  <a:srgbClr val="E46C0A"/>
                </a:solidFill>
                <a:latin typeface="맑은 고딕" panose="020B0503020000020004" pitchFamily="50" charset="-127"/>
              </a:rPr>
              <a:t>● </a:t>
            </a:r>
            <a:r>
              <a:rPr lang="ko-KR" altLang="en-US" sz="20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동적 메모리 해제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delete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포인터 변수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 marL="109728" indent="0"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delete[]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포인터 변수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683568" y="3711232"/>
            <a:ext cx="6429375" cy="79788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delete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pMem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;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동적 메모리 할당할 때 썼던 포인터를 사용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delete[] p;  // </a:t>
            </a:r>
            <a:r>
              <a:rPr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동적 배열 메모리 해제</a:t>
            </a:r>
            <a:r>
              <a:rPr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5375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동적 메모리 관리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동적 메모리 예제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1</a:t>
            </a:r>
          </a:p>
          <a:p>
            <a:pPr marL="109728" indent="0">
              <a:buNone/>
            </a:pPr>
            <a:endParaRPr lang="en-US" altLang="ko-KR" sz="16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 </a:t>
            </a:r>
          </a:p>
          <a:p>
            <a:pPr marL="109728" indent="0">
              <a:buNone/>
            </a:pPr>
            <a:r>
              <a:rPr lang="en-US" altLang="ko-KR" sz="1600" dirty="0"/>
              <a:t> 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 </a:t>
            </a:r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 err="1"/>
              <a:t>int</a:t>
            </a:r>
            <a:r>
              <a:rPr lang="ko-KR" altLang="en-US" sz="1600" dirty="0"/>
              <a:t> </a:t>
            </a:r>
            <a:r>
              <a:rPr lang="en-US" altLang="ko-KR" sz="1600" dirty="0"/>
              <a:t>main()</a:t>
            </a:r>
            <a:r>
              <a:rPr lang="en-US" altLang="ko-KR" sz="1600" dirty="0">
                <a:latin typeface="Arial" panose="020B0604020202020204" pitchFamily="34" charset="0"/>
              </a:rPr>
              <a:t> </a:t>
            </a:r>
            <a:r>
              <a:rPr lang="en-US" altLang="ko-KR" sz="1600" dirty="0"/>
              <a:t> </a:t>
            </a:r>
          </a:p>
          <a:p>
            <a:pPr marL="109728" indent="0">
              <a:buNone/>
            </a:pPr>
            <a:r>
              <a:rPr lang="en-US" altLang="ko-KR" sz="1600" dirty="0"/>
              <a:t>{ </a:t>
            </a:r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    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*</a:t>
            </a:r>
            <a:r>
              <a:rPr lang="en-US" altLang="ko-KR" sz="1600" dirty="0" err="1"/>
              <a:t>pMem</a:t>
            </a:r>
            <a:r>
              <a:rPr lang="en-US" altLang="ko-KR" sz="1600" dirty="0"/>
              <a:t>; </a:t>
            </a:r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    </a:t>
            </a:r>
            <a:r>
              <a:rPr lang="en-US" altLang="ko-KR" sz="1600" dirty="0" err="1"/>
              <a:t>pMem</a:t>
            </a:r>
            <a:r>
              <a:rPr lang="en-US" altLang="ko-KR" sz="1600" dirty="0"/>
              <a:t> = new 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;   // </a:t>
            </a:r>
            <a:r>
              <a:rPr lang="ko-KR" altLang="en-US" sz="1600" dirty="0">
                <a:solidFill>
                  <a:srgbClr val="FF0000"/>
                </a:solidFill>
              </a:rPr>
              <a:t>메모리 할당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할당된 동적 메모리의 주소 </a:t>
            </a:r>
            <a:r>
              <a:rPr lang="en-US" altLang="ko-KR" sz="1600" dirty="0"/>
              <a:t>: " &lt;&lt; </a:t>
            </a:r>
            <a:r>
              <a:rPr lang="en-US" altLang="ko-KR" sz="1600" dirty="0" err="1"/>
              <a:t>pMem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    </a:t>
            </a:r>
            <a:r>
              <a:rPr lang="en-US" altLang="ko-KR" sz="1600" dirty="0"/>
              <a:t>*</a:t>
            </a:r>
            <a:r>
              <a:rPr lang="en-US" altLang="ko-KR" sz="1600" dirty="0" err="1"/>
              <a:t>pMem</a:t>
            </a:r>
            <a:r>
              <a:rPr lang="en-US" altLang="ko-KR" sz="1600" dirty="0"/>
              <a:t> = 100; </a:t>
            </a:r>
          </a:p>
          <a:p>
            <a:pPr marL="109728" indent="0">
              <a:buNone/>
            </a:pPr>
            <a:r>
              <a:rPr lang="en-US" altLang="ko-KR" sz="1600" dirty="0"/>
              <a:t> </a:t>
            </a:r>
            <a:r>
              <a:rPr lang="en-US" altLang="ko-KR" sz="1600" dirty="0">
                <a:latin typeface="Arial" panose="020B0604020202020204" pitchFamily="34" charset="0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이 주소에 기억된 값 </a:t>
            </a:r>
            <a:r>
              <a:rPr lang="en-US" altLang="ko-KR" sz="1600" dirty="0"/>
              <a:t>: " &lt;&lt; *</a:t>
            </a:r>
            <a:r>
              <a:rPr lang="en-US" altLang="ko-KR" sz="1600" dirty="0" err="1"/>
              <a:t>pMem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</a:pPr>
            <a:r>
              <a:rPr lang="en-US" altLang="ko-KR" sz="1600" dirty="0">
                <a:latin typeface="Arial" panose="020B0604020202020204" pitchFamily="34" charset="0"/>
              </a:rPr>
              <a:t>    </a:t>
            </a:r>
            <a:r>
              <a:rPr lang="en-US" altLang="ko-KR" sz="1600" dirty="0"/>
              <a:t>delete </a:t>
            </a:r>
            <a:r>
              <a:rPr lang="en-US" altLang="ko-KR" sz="1600" dirty="0" err="1"/>
              <a:t>pMem</a:t>
            </a:r>
            <a:r>
              <a:rPr lang="en-US" altLang="ko-KR" sz="1600" dirty="0"/>
              <a:t>;   // </a:t>
            </a:r>
            <a:r>
              <a:rPr lang="ko-KR" altLang="en-US" sz="1600" dirty="0">
                <a:solidFill>
                  <a:srgbClr val="FF0000"/>
                </a:solidFill>
              </a:rPr>
              <a:t>메모리 해제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marL="109728" indent="0">
              <a:buNone/>
            </a:pPr>
            <a:r>
              <a:rPr lang="en-US" altLang="ko-KR" sz="1600" dirty="0">
                <a:latin typeface="Arial" panose="020B0604020202020204" pitchFamily="34" charset="0"/>
              </a:rPr>
              <a:t>    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</a:t>
            </a:r>
            <a:r>
              <a:rPr lang="ko-KR" altLang="en-US" sz="1600" dirty="0"/>
              <a:t>동적 메모리를 해제하였습니다</a:t>
            </a:r>
            <a:r>
              <a:rPr lang="en-US" altLang="ko-KR" sz="1600" dirty="0"/>
              <a:t>."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 </a:t>
            </a:r>
          </a:p>
          <a:p>
            <a:pPr marL="109728" indent="0">
              <a:buNone/>
            </a:pPr>
            <a:r>
              <a:rPr lang="en-US" altLang="ko-KR" sz="1600" dirty="0"/>
              <a:t>    return 0;</a:t>
            </a:r>
          </a:p>
          <a:p>
            <a:pPr marL="109728" indent="0">
              <a:buNone/>
            </a:pPr>
            <a:r>
              <a:rPr lang="en-US" altLang="ko-KR" sz="1600" dirty="0"/>
              <a:t>}</a:t>
            </a:r>
            <a:endParaRPr lang="en-US" altLang="ko-KR" sz="20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8789599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동적 메모리 관리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동적 메모리 예제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2</a:t>
            </a:r>
          </a:p>
          <a:p>
            <a:pPr marL="109728" indent="0">
              <a:buNone/>
            </a:pPr>
            <a:endParaRPr lang="en-US" altLang="ko-KR" sz="16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</a:p>
          <a:p>
            <a:pPr marL="109728" indent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time.h</a:t>
            </a:r>
            <a:r>
              <a:rPr lang="en-US" altLang="ko-KR" sz="1600" dirty="0"/>
              <a:t>&gt;</a:t>
            </a:r>
          </a:p>
          <a:p>
            <a:pPr marL="109728" indent="0">
              <a:buNone/>
            </a:pPr>
            <a:r>
              <a:rPr lang="en-US" altLang="ko-KR" sz="1600" dirty="0"/>
              <a:t>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</a:t>
            </a:r>
          </a:p>
          <a:p>
            <a:pPr marL="109728" indent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</a:p>
          <a:p>
            <a:pPr marL="109728" indent="0">
              <a:buNone/>
            </a:pPr>
            <a:r>
              <a:rPr lang="en-US" altLang="ko-KR" sz="1600" dirty="0"/>
              <a:t>{</a:t>
            </a:r>
          </a:p>
          <a:p>
            <a:pPr marL="109728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*</a:t>
            </a:r>
            <a:r>
              <a:rPr lang="en-US" altLang="ko-KR" sz="1600" dirty="0" err="1"/>
              <a:t>pt</a:t>
            </a:r>
            <a:r>
              <a:rPr lang="en-US" altLang="ko-KR" sz="1600" dirty="0"/>
              <a:t>;</a:t>
            </a:r>
          </a:p>
          <a:p>
            <a:pPr marL="109728" indent="0">
              <a:buNone/>
            </a:pPr>
            <a:endParaRPr lang="en-US" altLang="ko-KR" sz="1600" dirty="0"/>
          </a:p>
          <a:p>
            <a:pPr marL="109728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srand</a:t>
            </a:r>
            <a:r>
              <a:rPr lang="en-US" altLang="ko-KR" sz="1600" dirty="0"/>
              <a:t>(time(NULL));</a:t>
            </a:r>
          </a:p>
          <a:p>
            <a:pPr marL="109728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pt</a:t>
            </a:r>
            <a:r>
              <a:rPr lang="en-US" altLang="ko-KR" sz="1600" dirty="0"/>
              <a:t> = new 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[5]; // </a:t>
            </a:r>
            <a:r>
              <a:rPr lang="ko-KR" altLang="en-US" sz="1600" dirty="0">
                <a:solidFill>
                  <a:srgbClr val="FF0000"/>
                </a:solidFill>
              </a:rPr>
              <a:t>메모리 할당</a:t>
            </a:r>
            <a:endParaRPr lang="en-US" altLang="ko-KR" sz="1600" dirty="0"/>
          </a:p>
          <a:p>
            <a:pPr marL="109728" indent="0">
              <a:buNone/>
            </a:pPr>
            <a:r>
              <a:rPr lang="en-US" altLang="ko-KR" sz="1600" dirty="0"/>
              <a:t>	for 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= 0;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&lt; 5;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++) {</a:t>
            </a:r>
          </a:p>
          <a:p>
            <a:pPr marL="109728" indent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pt</a:t>
            </a:r>
            <a:r>
              <a:rPr lang="en-US" altLang="ko-KR" sz="1600" dirty="0"/>
              <a:t>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] = rand() % 10;</a:t>
            </a:r>
          </a:p>
          <a:p>
            <a:pPr marL="109728" indent="0">
              <a:buNone/>
            </a:pPr>
            <a:r>
              <a:rPr lang="en-US" altLang="ko-KR" sz="1600" dirty="0"/>
              <a:t>	}</a:t>
            </a:r>
          </a:p>
          <a:p>
            <a:pPr marL="109728" indent="0">
              <a:buNone/>
            </a:pPr>
            <a:r>
              <a:rPr lang="en-US" altLang="ko-KR" sz="1600" dirty="0"/>
              <a:t>	for 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= 0;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&lt; 5;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++) {</a:t>
            </a:r>
          </a:p>
          <a:p>
            <a:pPr marL="109728" indent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pt</a:t>
            </a:r>
            <a:r>
              <a:rPr lang="en-US" altLang="ko-KR" sz="1600" dirty="0"/>
              <a:t>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]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>
              <a:buNone/>
            </a:pPr>
            <a:r>
              <a:rPr lang="en-US" altLang="ko-KR" sz="1600" dirty="0"/>
              <a:t>	}</a:t>
            </a:r>
          </a:p>
          <a:p>
            <a:pPr marL="109728" indent="0">
              <a:buNone/>
            </a:pPr>
            <a:endParaRPr lang="en-US" altLang="ko-KR" sz="1600" dirty="0"/>
          </a:p>
          <a:p>
            <a:pPr marL="109728" indent="0">
              <a:buNone/>
            </a:pPr>
            <a:r>
              <a:rPr lang="en-US" altLang="ko-KR" sz="1600" dirty="0"/>
              <a:t>	delete[] </a:t>
            </a:r>
            <a:r>
              <a:rPr lang="en-US" altLang="ko-KR" sz="1600" dirty="0" err="1"/>
              <a:t>pt</a:t>
            </a:r>
            <a:r>
              <a:rPr lang="en-US" altLang="ko-KR" sz="1600" dirty="0"/>
              <a:t>; // </a:t>
            </a:r>
            <a:r>
              <a:rPr lang="ko-KR" altLang="en-US" sz="1600" dirty="0">
                <a:solidFill>
                  <a:srgbClr val="FF0000"/>
                </a:solidFill>
              </a:rPr>
              <a:t>메모리 해제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marL="109728" indent="0">
              <a:buNone/>
            </a:pPr>
            <a:endParaRPr lang="en-US" altLang="ko-KR" sz="1600" dirty="0"/>
          </a:p>
          <a:p>
            <a:pPr marL="109728" indent="0">
              <a:buNone/>
            </a:pPr>
            <a:r>
              <a:rPr lang="en-US" altLang="ko-KR" sz="1600" dirty="0"/>
              <a:t>	return 0;</a:t>
            </a:r>
          </a:p>
          <a:p>
            <a:pPr marL="109728" indent="0">
              <a:buNone/>
            </a:pPr>
            <a:r>
              <a:rPr lang="en-US" altLang="ko-KR" sz="1600" dirty="0"/>
              <a:t>}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3909563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객체의 동적 생성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ko-KR" altLang="en-US" sz="1600" b="1" dirty="0">
                <a:solidFill>
                  <a:srgbClr val="E46C0A"/>
                </a:solidFill>
                <a:latin typeface="맑은 고딕" panose="020B0503020000020004" pitchFamily="50" charset="-127"/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동적 생성과 소멸</a:t>
            </a:r>
            <a:endParaRPr lang="en-US" altLang="ko-KR" sz="16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new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연산자와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delete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연산자 사용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ko-KR" altLang="en-US" sz="1600" b="1" dirty="0">
                <a:solidFill>
                  <a:srgbClr val="E46C0A"/>
                </a:solidFill>
                <a:latin typeface="맑은 고딕" panose="020B0503020000020004" pitchFamily="50" charset="-127"/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</a:rPr>
              <a:t>생성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</a:t>
            </a:r>
            <a:endParaRPr lang="en-US" altLang="ko-KR" sz="16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ko-KR" altLang="en-US" sz="1600" b="1" dirty="0" err="1">
                <a:latin typeface="-윤고딕140"/>
                <a:ea typeface="-윤고딕140"/>
                <a:cs typeface="-윤고딕140"/>
              </a:rPr>
              <a:t>클래스명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 포인터 객체 변수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= new </a:t>
            </a:r>
            <a:r>
              <a:rPr lang="ko-KR" altLang="en-US" sz="1600" b="1" dirty="0" err="1">
                <a:latin typeface="-윤고딕140"/>
                <a:ea typeface="-윤고딕140"/>
                <a:cs typeface="-윤고딕140"/>
              </a:rPr>
              <a:t>클래스명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CLA *nm;        //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혹은 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CLA *nm = new CLA;</a:t>
            </a:r>
          </a:p>
          <a:p>
            <a:pPr marL="109728" indent="0"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nm = new CLA;  </a:t>
            </a: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ko-KR" altLang="en-US" sz="1600" b="1" dirty="0">
                <a:solidFill>
                  <a:srgbClr val="E46C0A"/>
                </a:solidFill>
                <a:latin typeface="맑은 고딕" panose="020B0503020000020004" pitchFamily="50" charset="-127"/>
              </a:rPr>
              <a:t>● 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</a:rPr>
              <a:t>소멸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 </a:t>
            </a:r>
            <a:endParaRPr lang="en-US" altLang="ko-KR" sz="16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delete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객체 변수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delete </a:t>
            </a:r>
          </a:p>
        </p:txBody>
      </p:sp>
    </p:spTree>
    <p:extLst>
      <p:ext uri="{BB962C8B-B14F-4D97-AF65-F5344CB8AC3E}">
        <p14:creationId xmlns:p14="http://schemas.microsoft.com/office/powerpoint/2010/main" val="6787538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객체의 동적 생성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#include&lt;</a:t>
            </a:r>
            <a:r>
              <a:rPr lang="en-US" altLang="ko-KR" sz="1600" dirty="0" err="1">
                <a:latin typeface="맑은 고딕" panose="020B0503020000020004" pitchFamily="50" charset="-127"/>
              </a:rPr>
              <a:t>iostream</a:t>
            </a:r>
            <a:r>
              <a:rPr lang="en-US" altLang="ko-KR" sz="1600" dirty="0">
                <a:latin typeface="맑은 고딕" panose="020B0503020000020004" pitchFamily="50" charset="-127"/>
              </a:rPr>
              <a:t>&gt;</a:t>
            </a:r>
          </a:p>
          <a:p>
            <a:pPr marL="109728" indent="0"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using namespace </a:t>
            </a:r>
            <a:r>
              <a:rPr lang="en-US" altLang="ko-KR" sz="1600" dirty="0" err="1">
                <a:latin typeface="맑은 고딕" panose="020B0503020000020004" pitchFamily="50" charset="-127"/>
              </a:rPr>
              <a:t>std</a:t>
            </a:r>
            <a:r>
              <a:rPr lang="en-US" altLang="ko-KR" sz="1600" dirty="0">
                <a:latin typeface="맑은 고딕" panose="020B0503020000020004" pitchFamily="50" charset="-127"/>
              </a:rPr>
              <a:t>;</a:t>
            </a:r>
          </a:p>
          <a:p>
            <a:pPr marL="109728" indent="0"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class CLA {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private: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	</a:t>
            </a:r>
            <a:r>
              <a:rPr lang="en-US" altLang="ko-KR" sz="1600" dirty="0" err="1">
                <a:latin typeface="맑은 고딕" panose="020B0503020000020004" pitchFamily="50" charset="-127"/>
              </a:rPr>
              <a:t>int</a:t>
            </a:r>
            <a:r>
              <a:rPr lang="en-US" altLang="ko-KR" sz="1600" dirty="0">
                <a:latin typeface="맑은 고딕" panose="020B0503020000020004" pitchFamily="50" charset="-127"/>
              </a:rPr>
              <a:t> nm;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public: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	void </a:t>
            </a:r>
            <a:r>
              <a:rPr lang="en-US" altLang="ko-KR" sz="1600" dirty="0" err="1">
                <a:latin typeface="맑은 고딕" panose="020B0503020000020004" pitchFamily="50" charset="-127"/>
              </a:rPr>
              <a:t>Num_Input</a:t>
            </a:r>
            <a:r>
              <a:rPr lang="en-US" altLang="ko-KR" sz="1600" dirty="0">
                <a:latin typeface="맑은 고딕" panose="020B0503020000020004" pitchFamily="50" charset="-127"/>
              </a:rPr>
              <a:t>();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	void </a:t>
            </a:r>
            <a:r>
              <a:rPr lang="en-US" altLang="ko-KR" sz="1600" dirty="0" err="1">
                <a:latin typeface="맑은 고딕" panose="020B0503020000020004" pitchFamily="50" charset="-127"/>
              </a:rPr>
              <a:t>Num_Print</a:t>
            </a:r>
            <a:r>
              <a:rPr lang="en-US" altLang="ko-KR" sz="1600" dirty="0">
                <a:latin typeface="맑은 고딕" panose="020B0503020000020004" pitchFamily="50" charset="-127"/>
              </a:rPr>
              <a:t>();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};</a:t>
            </a:r>
          </a:p>
          <a:p>
            <a:pPr marL="109728" indent="0"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void CLA::</a:t>
            </a:r>
            <a:r>
              <a:rPr lang="en-US" altLang="ko-KR" sz="1600" dirty="0" err="1">
                <a:latin typeface="맑은 고딕" panose="020B0503020000020004" pitchFamily="50" charset="-127"/>
              </a:rPr>
              <a:t>Num_Input</a:t>
            </a:r>
            <a:r>
              <a:rPr lang="en-US" altLang="ko-KR" sz="1600" dirty="0">
                <a:latin typeface="맑은 고딕" panose="020B0503020000020004" pitchFamily="50" charset="-127"/>
              </a:rPr>
              <a:t>()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{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	</a:t>
            </a:r>
            <a:r>
              <a:rPr lang="en-US" altLang="ko-KR" sz="1600" dirty="0" err="1">
                <a:latin typeface="맑은 고딕" panose="020B0503020000020004" pitchFamily="50" charset="-127"/>
              </a:rPr>
              <a:t>cout</a:t>
            </a:r>
            <a:r>
              <a:rPr lang="en-US" altLang="ko-KR" sz="1600" dirty="0">
                <a:latin typeface="맑은 고딕" panose="020B0503020000020004" pitchFamily="50" charset="-127"/>
              </a:rPr>
              <a:t> &lt;&lt; "Input: ";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	</a:t>
            </a:r>
            <a:r>
              <a:rPr lang="en-US" altLang="ko-KR" sz="1600" dirty="0" err="1">
                <a:latin typeface="맑은 고딕" panose="020B0503020000020004" pitchFamily="50" charset="-127"/>
              </a:rPr>
              <a:t>cin</a:t>
            </a:r>
            <a:r>
              <a:rPr lang="en-US" altLang="ko-KR" sz="1600" dirty="0">
                <a:latin typeface="맑은 고딕" panose="020B0503020000020004" pitchFamily="50" charset="-127"/>
              </a:rPr>
              <a:t> &gt;&gt; nm;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}</a:t>
            </a:r>
            <a:endParaRPr lang="en-US" altLang="ko-KR" sz="1600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40196303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sz="2800" spc="-250" dirty="0"/>
              <a:t>객체의 동적 생성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void CLA::</a:t>
            </a:r>
            <a:r>
              <a:rPr lang="en-US" altLang="ko-KR" sz="1600" dirty="0" err="1">
                <a:latin typeface="맑은 고딕" panose="020B0503020000020004" pitchFamily="50" charset="-127"/>
              </a:rPr>
              <a:t>Num_Print</a:t>
            </a:r>
            <a:r>
              <a:rPr lang="en-US" altLang="ko-KR" sz="1600" dirty="0">
                <a:latin typeface="맑은 고딕" panose="020B0503020000020004" pitchFamily="50" charset="-127"/>
              </a:rPr>
              <a:t>()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{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	</a:t>
            </a:r>
            <a:r>
              <a:rPr lang="en-US" altLang="ko-KR" sz="1600" dirty="0" err="1">
                <a:latin typeface="맑은 고딕" panose="020B0503020000020004" pitchFamily="50" charset="-127"/>
              </a:rPr>
              <a:t>cout</a:t>
            </a:r>
            <a:r>
              <a:rPr lang="en-US" altLang="ko-KR" sz="1600" dirty="0">
                <a:latin typeface="맑은 고딕" panose="020B0503020000020004" pitchFamily="50" charset="-127"/>
              </a:rPr>
              <a:t> &lt;&lt; "Output: ";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	</a:t>
            </a:r>
            <a:r>
              <a:rPr lang="en-US" altLang="ko-KR" sz="1600" dirty="0" err="1">
                <a:latin typeface="맑은 고딕" panose="020B0503020000020004" pitchFamily="50" charset="-127"/>
              </a:rPr>
              <a:t>cout</a:t>
            </a:r>
            <a:r>
              <a:rPr lang="en-US" altLang="ko-KR" sz="1600" dirty="0">
                <a:latin typeface="맑은 고딕" panose="020B0503020000020004" pitchFamily="50" charset="-127"/>
              </a:rPr>
              <a:t> &lt;&lt; nm+100;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}</a:t>
            </a:r>
          </a:p>
          <a:p>
            <a:pPr marL="109728" indent="0"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09728" indent="0">
              <a:buNone/>
            </a:pPr>
            <a:r>
              <a:rPr lang="en-US" altLang="ko-KR" sz="1600" dirty="0" err="1">
                <a:latin typeface="맑은 고딕" panose="020B0503020000020004" pitchFamily="50" charset="-127"/>
              </a:rPr>
              <a:t>int</a:t>
            </a:r>
            <a:r>
              <a:rPr lang="en-US" altLang="ko-KR" sz="1600" dirty="0">
                <a:latin typeface="맑은 고딕" panose="020B0503020000020004" pitchFamily="50" charset="-127"/>
              </a:rPr>
              <a:t> main()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{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	CLA *</a:t>
            </a:r>
            <a:r>
              <a:rPr lang="en-US" altLang="ko-KR" sz="1600" dirty="0" err="1">
                <a:latin typeface="맑은 고딕" panose="020B0503020000020004" pitchFamily="50" charset="-127"/>
              </a:rPr>
              <a:t>pt</a:t>
            </a:r>
            <a:r>
              <a:rPr lang="en-US" altLang="ko-KR" sz="1600" dirty="0">
                <a:latin typeface="맑은 고딕" panose="020B0503020000020004" pitchFamily="50" charset="-127"/>
              </a:rPr>
              <a:t>;</a:t>
            </a:r>
          </a:p>
          <a:p>
            <a:pPr marL="109728" indent="0"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	</a:t>
            </a:r>
            <a:r>
              <a:rPr lang="en-US" altLang="ko-KR" sz="1600" dirty="0" err="1">
                <a:latin typeface="맑은 고딕" panose="020B0503020000020004" pitchFamily="50" charset="-127"/>
              </a:rPr>
              <a:t>pt</a:t>
            </a:r>
            <a:r>
              <a:rPr lang="en-US" altLang="ko-KR" sz="1600" dirty="0">
                <a:latin typeface="맑은 고딕" panose="020B0503020000020004" pitchFamily="50" charset="-127"/>
              </a:rPr>
              <a:t> = new CLA;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	</a:t>
            </a:r>
            <a:r>
              <a:rPr lang="en-US" altLang="ko-KR" sz="1600" dirty="0" err="1">
                <a:latin typeface="맑은 고딕" panose="020B0503020000020004" pitchFamily="50" charset="-127"/>
              </a:rPr>
              <a:t>pt</a:t>
            </a:r>
            <a:r>
              <a:rPr lang="en-US" altLang="ko-KR" sz="1600" dirty="0">
                <a:latin typeface="맑은 고딕" panose="020B0503020000020004" pitchFamily="50" charset="-127"/>
              </a:rPr>
              <a:t>-&gt;</a:t>
            </a:r>
            <a:r>
              <a:rPr lang="en-US" altLang="ko-KR" sz="1600" dirty="0" err="1">
                <a:latin typeface="맑은 고딕" panose="020B0503020000020004" pitchFamily="50" charset="-127"/>
              </a:rPr>
              <a:t>Num_Input</a:t>
            </a:r>
            <a:r>
              <a:rPr lang="en-US" altLang="ko-KR" sz="1600" dirty="0">
                <a:latin typeface="맑은 고딕" panose="020B0503020000020004" pitchFamily="50" charset="-127"/>
              </a:rPr>
              <a:t>();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	</a:t>
            </a:r>
            <a:r>
              <a:rPr lang="en-US" altLang="ko-KR" sz="1600" dirty="0" err="1">
                <a:latin typeface="맑은 고딕" panose="020B0503020000020004" pitchFamily="50" charset="-127"/>
              </a:rPr>
              <a:t>pt</a:t>
            </a:r>
            <a:r>
              <a:rPr lang="en-US" altLang="ko-KR" sz="1600" dirty="0">
                <a:latin typeface="맑은 고딕" panose="020B0503020000020004" pitchFamily="50" charset="-127"/>
              </a:rPr>
              <a:t>-&gt;</a:t>
            </a:r>
            <a:r>
              <a:rPr lang="en-US" altLang="ko-KR" sz="1600" dirty="0" err="1">
                <a:latin typeface="맑은 고딕" panose="020B0503020000020004" pitchFamily="50" charset="-127"/>
              </a:rPr>
              <a:t>Num_Print</a:t>
            </a:r>
            <a:r>
              <a:rPr lang="en-US" altLang="ko-KR" sz="1600" dirty="0">
                <a:latin typeface="맑은 고딕" panose="020B0503020000020004" pitchFamily="50" charset="-127"/>
              </a:rPr>
              <a:t>();</a:t>
            </a:r>
          </a:p>
          <a:p>
            <a:pPr marL="109728" indent="0"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	delete </a:t>
            </a:r>
            <a:r>
              <a:rPr lang="en-US" altLang="ko-KR" sz="1600" dirty="0" err="1">
                <a:latin typeface="맑은 고딕" panose="020B0503020000020004" pitchFamily="50" charset="-127"/>
              </a:rPr>
              <a:t>pt</a:t>
            </a:r>
            <a:r>
              <a:rPr lang="en-US" altLang="ko-KR" sz="1600" dirty="0">
                <a:latin typeface="맑은 고딕" panose="020B0503020000020004" pitchFamily="50" charset="-127"/>
              </a:rPr>
              <a:t>;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	return 0;</a:t>
            </a:r>
          </a:p>
          <a:p>
            <a:pPr marL="109728" indent="0"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}</a:t>
            </a:r>
            <a:endParaRPr lang="en-US" altLang="ko-KR" sz="1600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5646147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sz="2800" spc="-250" dirty="0"/>
              <a:t>this </a:t>
            </a:r>
            <a:r>
              <a:rPr lang="ko-KR" altLang="en-US" sz="2800" spc="-250" dirty="0"/>
              <a:t>포인터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09728" indent="0">
              <a:buNone/>
            </a:pPr>
            <a:r>
              <a:rPr lang="ko-KR" altLang="en-US" sz="1600" b="1" dirty="0">
                <a:solidFill>
                  <a:srgbClr val="E46C0A"/>
                </a:solidFill>
                <a:latin typeface="맑은 고딕" panose="020B0503020000020004" pitchFamily="50" charset="-127"/>
              </a:rPr>
              <a:t>● </a:t>
            </a:r>
            <a:r>
              <a:rPr lang="en-US" altLang="ko-KR" sz="1600" b="1" dirty="0">
                <a:solidFill>
                  <a:srgbClr val="E46C0A"/>
                </a:solidFill>
                <a:latin typeface="-윤고딕140"/>
                <a:ea typeface="-윤고딕140"/>
              </a:rPr>
              <a:t>this</a:t>
            </a:r>
            <a:r>
              <a:rPr lang="ko-KR" altLang="en-US" sz="1600" b="1" dirty="0">
                <a:solidFill>
                  <a:srgbClr val="E46C0A"/>
                </a:solidFill>
                <a:latin typeface="-윤고딕140"/>
                <a:ea typeface="-윤고딕140"/>
              </a:rPr>
              <a:t> 포인터</a:t>
            </a:r>
            <a:endParaRPr lang="en-US" altLang="ko-KR" sz="1600" b="1" dirty="0">
              <a:solidFill>
                <a:srgbClr val="E46C0A"/>
              </a:solidFill>
              <a:latin typeface="-윤고딕140"/>
              <a:ea typeface="-윤고딕140"/>
            </a:endParaRPr>
          </a:p>
          <a:p>
            <a:pPr marL="109728" indent="0"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- </a:t>
            </a:r>
            <a:r>
              <a:rPr lang="ko-KR" altLang="en-US" sz="16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객체 자신을 뜻하는 것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으로 객체 자체를 참조할 때 사용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buFontTx/>
              <a:buChar char="-"/>
            </a:pPr>
            <a:r>
              <a:rPr lang="ko-KR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-윤고딕140"/>
                <a:ea typeface="-윤고딕140"/>
                <a:cs typeface="-윤고딕140"/>
              </a:rPr>
              <a:t>클래스 멤버 함수 내에서만 사용</a:t>
            </a:r>
            <a:endParaRPr lang="en-US" altLang="ko-KR" sz="1600" b="1" dirty="0">
              <a:solidFill>
                <a:srgbClr val="FF0000"/>
              </a:solidFill>
              <a:highlight>
                <a:srgbClr val="FFFF00"/>
              </a:highlight>
              <a:latin typeface="-윤고딕140"/>
              <a:ea typeface="-윤고딕140"/>
              <a:cs typeface="-윤고딕140"/>
            </a:endParaRPr>
          </a:p>
          <a:p>
            <a:pPr>
              <a:buFontTx/>
              <a:buChar char="-"/>
            </a:pPr>
            <a:endParaRPr lang="en-US" altLang="ko-KR" sz="16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buFontTx/>
              <a:buChar char="-"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this </a:t>
            </a:r>
            <a:r>
              <a:rPr lang="ko-KR" altLang="en-US" sz="1600" b="1" dirty="0">
                <a:latin typeface="-윤고딕140"/>
                <a:ea typeface="-윤고딕140"/>
                <a:cs typeface="-윤고딕140"/>
              </a:rPr>
              <a:t>포인터 예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#include &lt;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iostream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&gt;</a:t>
            </a:r>
          </a:p>
          <a:p>
            <a:pPr marL="109728" indent="0">
              <a:buNone/>
            </a:pPr>
            <a:endParaRPr lang="en-US" altLang="ko-KR" sz="16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using namespace 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std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 marL="109728" indent="0">
              <a:buNone/>
            </a:pPr>
            <a:endParaRPr lang="en-US" altLang="ko-KR" sz="16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class CLA {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private: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num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public: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void 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Set_Num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();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void 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Print_Num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();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Get_Num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();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39810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sz="2800" spc="-250" dirty="0"/>
              <a:t>this </a:t>
            </a:r>
            <a:r>
              <a:rPr lang="ko-KR" altLang="en-US" sz="2800" spc="-250" dirty="0"/>
              <a:t>포인터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void CLA::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Set_Num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()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{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cout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&lt;&lt; "Input 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num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: ";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cin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&gt;&gt; 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num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}</a:t>
            </a:r>
          </a:p>
          <a:p>
            <a:pPr marL="109728" indent="0">
              <a:buNone/>
            </a:pPr>
            <a:endParaRPr lang="en-US" altLang="ko-KR" sz="16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void CLA::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Print_Num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()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{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cout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&lt;&lt; this-&gt;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num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&lt;&lt; 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endl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}</a:t>
            </a:r>
          </a:p>
          <a:p>
            <a:pPr marL="109728" indent="0">
              <a:buNone/>
            </a:pPr>
            <a:endParaRPr lang="en-US" altLang="ko-KR" sz="16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CLA::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Get_Num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()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{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return this-&gt;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num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0262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sz="2800" spc="-250" dirty="0"/>
              <a:t>this </a:t>
            </a:r>
            <a:r>
              <a:rPr lang="ko-KR" altLang="en-US" sz="2800" spc="-250" dirty="0"/>
              <a:t>포인터</a:t>
            </a:r>
            <a:endParaRPr lang="en-US" altLang="ko-KR" sz="2800" spc="-25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main()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{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CLA nm;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ct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 marL="109728" indent="0">
              <a:buNone/>
            </a:pPr>
            <a:endParaRPr lang="en-US" altLang="ko-KR" sz="16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nm.Set_Num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();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nm.Print_Num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();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ct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= 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nm.Get_Num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();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cout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&lt;&lt; 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ct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 &lt;&lt; </a:t>
            </a:r>
            <a:r>
              <a:rPr lang="en-US" altLang="ko-KR" sz="1600" dirty="0" err="1">
                <a:latin typeface="-윤고딕140"/>
                <a:ea typeface="-윤고딕140"/>
                <a:cs typeface="-윤고딕140"/>
              </a:rPr>
              <a:t>endl</a:t>
            </a: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 marL="109728" indent="0">
              <a:buNone/>
            </a:pPr>
            <a:endParaRPr lang="en-US" altLang="ko-KR" sz="1600" dirty="0">
              <a:latin typeface="-윤고딕140"/>
              <a:ea typeface="-윤고딕140"/>
              <a:cs typeface="-윤고딕140"/>
            </a:endParaRP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	return 0;</a:t>
            </a:r>
          </a:p>
          <a:p>
            <a:pPr marL="109728" indent="0">
              <a:buNone/>
            </a:pPr>
            <a:r>
              <a:rPr lang="en-US" altLang="ko-KR" sz="1600" dirty="0">
                <a:latin typeface="-윤고딕140"/>
                <a:ea typeface="-윤고딕140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676089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// </a:t>
            </a:r>
            <a:r>
              <a:rPr lang="ko-KR" altLang="en-US" sz="1600" dirty="0">
                <a:latin typeface="+mn-ea"/>
              </a:rPr>
              <a:t>다각형의 자동이동</a:t>
            </a:r>
            <a:endParaRPr lang="en-US" altLang="ko-KR" sz="1600" dirty="0">
              <a:latin typeface="+mn-ea"/>
            </a:endParaRPr>
          </a:p>
          <a:p>
            <a:pPr marL="109728" indent="0" latinLnBrk="0">
              <a:buNone/>
            </a:pPr>
            <a:endParaRPr lang="en-US" altLang="ko-KR" sz="1600" dirty="0">
              <a:latin typeface="+mn-ea"/>
            </a:endParaRP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#include&lt;</a:t>
            </a:r>
            <a:r>
              <a:rPr lang="en-US" altLang="ko-KR" sz="1600" dirty="0" err="1">
                <a:latin typeface="+mn-ea"/>
              </a:rPr>
              <a:t>iostream</a:t>
            </a:r>
            <a:r>
              <a:rPr lang="en-US" altLang="ko-KR" sz="1600" dirty="0">
                <a:latin typeface="+mn-ea"/>
              </a:rPr>
              <a:t>&gt;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#include&lt;</a:t>
            </a:r>
            <a:r>
              <a:rPr lang="en-US" altLang="ko-KR" sz="1600" dirty="0" err="1">
                <a:latin typeface="+mn-ea"/>
              </a:rPr>
              <a:t>stdlib.h</a:t>
            </a:r>
            <a:r>
              <a:rPr lang="en-US" altLang="ko-KR" sz="1600" dirty="0">
                <a:latin typeface="+mn-ea"/>
              </a:rPr>
              <a:t>&gt;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#include &lt;</a:t>
            </a:r>
            <a:r>
              <a:rPr lang="en-US" altLang="ko-KR" sz="1600" dirty="0" err="1">
                <a:latin typeface="+mn-ea"/>
              </a:rPr>
              <a:t>time.h</a:t>
            </a:r>
            <a:r>
              <a:rPr lang="en-US" altLang="ko-KR" sz="1600" dirty="0">
                <a:latin typeface="+mn-ea"/>
              </a:rPr>
              <a:t>&gt;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#include &lt;</a:t>
            </a:r>
            <a:r>
              <a:rPr lang="en-US" altLang="ko-KR" sz="1600" dirty="0" err="1">
                <a:latin typeface="+mn-ea"/>
              </a:rPr>
              <a:t>Windows.h</a:t>
            </a:r>
            <a:r>
              <a:rPr lang="en-US" altLang="ko-KR" sz="1600" dirty="0">
                <a:latin typeface="+mn-ea"/>
              </a:rPr>
              <a:t>&gt;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#include &lt;</a:t>
            </a:r>
            <a:r>
              <a:rPr lang="en-US" altLang="ko-KR" sz="1600" dirty="0" err="1">
                <a:latin typeface="+mn-ea"/>
              </a:rPr>
              <a:t>conio.h</a:t>
            </a:r>
            <a:r>
              <a:rPr lang="en-US" altLang="ko-KR" sz="1600" dirty="0">
                <a:latin typeface="+mn-ea"/>
              </a:rPr>
              <a:t>&gt;</a:t>
            </a:r>
          </a:p>
          <a:p>
            <a:pPr marL="109728" indent="0" latinLnBrk="0">
              <a:buNone/>
            </a:pPr>
            <a:endParaRPr lang="en-US" altLang="ko-KR" sz="1600" dirty="0">
              <a:latin typeface="+mn-ea"/>
            </a:endParaRP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using namespace </a:t>
            </a:r>
            <a:r>
              <a:rPr lang="en-US" altLang="ko-KR" sz="1600" dirty="0" err="1">
                <a:latin typeface="+mn-ea"/>
              </a:rPr>
              <a:t>std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latinLnBrk="0"/>
            <a:endParaRPr lang="en-US" altLang="ko-KR" sz="1600" dirty="0">
              <a:latin typeface="+mn-ea"/>
            </a:endParaRPr>
          </a:p>
          <a:p>
            <a:pPr latinLnBrk="0"/>
            <a:endParaRPr lang="en-US" altLang="ko-KR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239407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lnSpcReduction="10000"/>
          </a:bodyPr>
          <a:lstStyle/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class CLA 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private: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</a:t>
            </a:r>
            <a:r>
              <a:rPr lang="en-US" altLang="ko-KR" sz="1600" dirty="0" err="1">
                <a:latin typeface="+mn-ea"/>
              </a:rPr>
              <a:t>int</a:t>
            </a:r>
            <a:r>
              <a:rPr lang="en-US" altLang="ko-KR" sz="1600" dirty="0">
                <a:latin typeface="+mn-ea"/>
              </a:rPr>
              <a:t> map[8][8] = // </a:t>
            </a:r>
            <a:r>
              <a:rPr lang="ko-KR" altLang="en-US" sz="1600" dirty="0">
                <a:latin typeface="+mn-ea"/>
              </a:rPr>
              <a:t>변수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</a:t>
            </a:r>
            <a:r>
              <a:rPr lang="en-US" altLang="ko-KR" sz="1600" dirty="0">
                <a:latin typeface="+mn-ea"/>
              </a:rPr>
              <a:t>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{1, 1, 1, 1, 1, 1, 1, 1},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{1, 0, 0, 0, 0, 0, 0, 1},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{1, 0, 0, 0, 0, 0, 0, 1},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{1, 0, 0, 0, 0, 0, 0, 1},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{1, 0, 0, 0, 0, 0, 0, 1},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{1, 0, 0, 0, 0, 0, 0, 1},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{1, 0, 0, 0, 0, 0, 0, 1},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{1, 1, 1, 1, 1, 1, 1, 1}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};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</a:t>
            </a:r>
            <a:r>
              <a:rPr lang="en-US" altLang="ko-KR" sz="1600" dirty="0" err="1">
                <a:latin typeface="+mn-ea"/>
              </a:rPr>
              <a:t>int</a:t>
            </a: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, 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</a:t>
            </a:r>
            <a:r>
              <a:rPr lang="en-US" altLang="ko-KR" sz="1600" dirty="0" err="1">
                <a:latin typeface="+mn-ea"/>
              </a:rPr>
              <a:t>int</a:t>
            </a: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shk</a:t>
            </a:r>
            <a:r>
              <a:rPr lang="en-US" altLang="ko-KR" sz="1600" dirty="0">
                <a:latin typeface="+mn-ea"/>
              </a:rPr>
              <a:t>; // </a:t>
            </a:r>
            <a:r>
              <a:rPr lang="ko-KR" altLang="en-US" sz="1600" dirty="0">
                <a:latin typeface="+mn-ea"/>
              </a:rPr>
              <a:t>모양 선택 값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</a:t>
            </a:r>
            <a:r>
              <a:rPr lang="en-US" altLang="ko-KR" sz="1600" dirty="0" err="1">
                <a:latin typeface="+mn-ea"/>
              </a:rPr>
              <a:t>int</a:t>
            </a: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dir</a:t>
            </a:r>
            <a:r>
              <a:rPr lang="en-US" altLang="ko-KR" sz="1600" dirty="0">
                <a:latin typeface="+mn-ea"/>
              </a:rPr>
              <a:t>;  // </a:t>
            </a:r>
            <a:r>
              <a:rPr lang="ko-KR" altLang="en-US" sz="1600" dirty="0">
                <a:latin typeface="+mn-ea"/>
              </a:rPr>
              <a:t>방향제시</a:t>
            </a:r>
            <a:endParaRPr lang="en-US" altLang="ko-KR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99578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public: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CLA();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void </a:t>
            </a:r>
            <a:r>
              <a:rPr lang="en-US" altLang="ko-KR" sz="1600" dirty="0" err="1">
                <a:latin typeface="+mn-ea"/>
              </a:rPr>
              <a:t>Pro_Manage</a:t>
            </a:r>
            <a:r>
              <a:rPr lang="en-US" altLang="ko-KR" sz="1600" dirty="0">
                <a:latin typeface="+mn-ea"/>
              </a:rPr>
              <a:t>();  // </a:t>
            </a:r>
            <a:r>
              <a:rPr lang="ko-KR" altLang="en-US" sz="1600" dirty="0">
                <a:latin typeface="+mn-ea"/>
              </a:rPr>
              <a:t>함수		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</a:t>
            </a:r>
            <a:r>
              <a:rPr lang="en-US" altLang="ko-KR" sz="1600" dirty="0">
                <a:latin typeface="+mn-ea"/>
              </a:rPr>
              <a:t>void </a:t>
            </a:r>
            <a:r>
              <a:rPr lang="en-US" altLang="ko-KR" sz="1600" dirty="0" err="1">
                <a:latin typeface="+mn-ea"/>
              </a:rPr>
              <a:t>St_Walk</a:t>
            </a:r>
            <a:r>
              <a:rPr lang="en-US" altLang="ko-KR" sz="1600" dirty="0">
                <a:latin typeface="+mn-ea"/>
              </a:rPr>
              <a:t>();  // </a:t>
            </a:r>
            <a:r>
              <a:rPr lang="ko-KR" altLang="en-US" sz="1600" dirty="0">
                <a:latin typeface="+mn-ea"/>
              </a:rPr>
              <a:t>이동 관리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</a:t>
            </a:r>
            <a:r>
              <a:rPr lang="en-US" altLang="ko-KR" sz="1600" dirty="0">
                <a:latin typeface="+mn-ea"/>
              </a:rPr>
              <a:t>void </a:t>
            </a:r>
            <a:r>
              <a:rPr lang="en-US" altLang="ko-KR" sz="1600" dirty="0" err="1">
                <a:latin typeface="+mn-ea"/>
              </a:rPr>
              <a:t>St_Up</a:t>
            </a:r>
            <a:r>
              <a:rPr lang="en-US" altLang="ko-KR" sz="1600" dirty="0">
                <a:latin typeface="+mn-ea"/>
              </a:rPr>
              <a:t>();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void </a:t>
            </a:r>
            <a:r>
              <a:rPr lang="en-US" altLang="ko-KR" sz="1600" dirty="0" err="1">
                <a:latin typeface="+mn-ea"/>
              </a:rPr>
              <a:t>St_Down</a:t>
            </a:r>
            <a:r>
              <a:rPr lang="en-US" altLang="ko-KR" sz="1600" dirty="0">
                <a:latin typeface="+mn-ea"/>
              </a:rPr>
              <a:t>();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void </a:t>
            </a:r>
            <a:r>
              <a:rPr lang="en-US" altLang="ko-KR" sz="1600" dirty="0" err="1">
                <a:latin typeface="+mn-ea"/>
              </a:rPr>
              <a:t>St_Left</a:t>
            </a:r>
            <a:r>
              <a:rPr lang="en-US" altLang="ko-KR" sz="1600" dirty="0">
                <a:latin typeface="+mn-ea"/>
              </a:rPr>
              <a:t>();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void </a:t>
            </a:r>
            <a:r>
              <a:rPr lang="en-US" altLang="ko-KR" sz="1600" dirty="0" err="1">
                <a:latin typeface="+mn-ea"/>
              </a:rPr>
              <a:t>St_Right</a:t>
            </a:r>
            <a:r>
              <a:rPr lang="en-US" altLang="ko-KR" sz="1600" dirty="0">
                <a:latin typeface="+mn-ea"/>
              </a:rPr>
              <a:t>();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void </a:t>
            </a:r>
            <a:r>
              <a:rPr lang="en-US" altLang="ko-KR" sz="1600" dirty="0" err="1">
                <a:latin typeface="+mn-ea"/>
              </a:rPr>
              <a:t>Draw_Box</a:t>
            </a:r>
            <a:r>
              <a:rPr lang="en-US" altLang="ko-KR" sz="1600" dirty="0">
                <a:latin typeface="+mn-ea"/>
              </a:rPr>
              <a:t>(); // </a:t>
            </a:r>
            <a:r>
              <a:rPr lang="ko-KR" altLang="en-US" sz="1600" dirty="0" err="1">
                <a:latin typeface="+mn-ea"/>
              </a:rPr>
              <a:t>맵</a:t>
            </a:r>
            <a:r>
              <a:rPr lang="ko-KR" altLang="en-US" sz="1600" dirty="0">
                <a:latin typeface="+mn-ea"/>
              </a:rPr>
              <a:t> 출력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0474023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lnSpcReduction="10000"/>
          </a:bodyPr>
          <a:lstStyle/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CLA::CLA()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</a:t>
            </a:r>
            <a:r>
              <a:rPr lang="en-US" altLang="ko-KR" sz="1600" dirty="0" err="1">
                <a:latin typeface="+mn-ea"/>
              </a:rPr>
              <a:t>srand</a:t>
            </a:r>
            <a:r>
              <a:rPr lang="en-US" altLang="ko-KR" sz="1600" dirty="0">
                <a:latin typeface="+mn-ea"/>
              </a:rPr>
              <a:t>(time(NULL));</a:t>
            </a:r>
          </a:p>
          <a:p>
            <a:pPr marL="109728" indent="0" latinLnBrk="0">
              <a:buNone/>
            </a:pPr>
            <a:endParaRPr lang="en-US" altLang="ko-KR" sz="1600" dirty="0">
              <a:latin typeface="+mn-ea"/>
            </a:endParaRP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 = (rand() % 6) + 1; // </a:t>
            </a:r>
            <a:r>
              <a:rPr lang="ko-KR" altLang="en-US" sz="1600" dirty="0">
                <a:latin typeface="+mn-ea"/>
              </a:rPr>
              <a:t>초기 랜덤 위치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 = (rand() % 6) + 1;</a:t>
            </a:r>
          </a:p>
          <a:p>
            <a:pPr marL="109728" indent="0" latinLnBrk="0">
              <a:buNone/>
            </a:pPr>
            <a:endParaRPr lang="en-US" altLang="ko-KR" sz="1600" dirty="0">
              <a:latin typeface="+mn-ea"/>
            </a:endParaRP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this-&gt;</a:t>
            </a:r>
            <a:r>
              <a:rPr lang="en-US" altLang="ko-KR" sz="1600" dirty="0" err="1">
                <a:latin typeface="+mn-ea"/>
              </a:rPr>
              <a:t>shk</a:t>
            </a:r>
            <a:r>
              <a:rPr lang="en-US" altLang="ko-KR" sz="1600" dirty="0">
                <a:latin typeface="+mn-ea"/>
              </a:rPr>
              <a:t> = rand() % 3 + 2; // </a:t>
            </a:r>
            <a:r>
              <a:rPr lang="ko-KR" altLang="en-US" sz="1600" dirty="0">
                <a:latin typeface="+mn-ea"/>
              </a:rPr>
              <a:t>현재 모양 생성</a:t>
            </a:r>
            <a:endParaRPr lang="en-US" altLang="ko-KR" sz="1600" dirty="0">
              <a:latin typeface="+mn-ea"/>
            </a:endParaRP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map[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][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] = this-&gt;</a:t>
            </a:r>
            <a:r>
              <a:rPr lang="en-US" altLang="ko-KR" sz="1600" dirty="0" err="1">
                <a:latin typeface="+mn-ea"/>
              </a:rPr>
              <a:t>shk</a:t>
            </a:r>
            <a:r>
              <a:rPr lang="en-US" altLang="ko-KR" sz="1600" dirty="0">
                <a:latin typeface="+mn-ea"/>
              </a:rPr>
              <a:t>; //</a:t>
            </a:r>
            <a:r>
              <a:rPr lang="ko-KR" altLang="en-US" sz="1600" dirty="0">
                <a:latin typeface="+mn-ea"/>
              </a:rPr>
              <a:t>현재 모양 지정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}</a:t>
            </a:r>
          </a:p>
          <a:p>
            <a:pPr marL="109728" indent="0" latinLnBrk="0">
              <a:buNone/>
            </a:pPr>
            <a:endParaRPr lang="en-US" altLang="ko-KR" sz="1600" dirty="0">
              <a:latin typeface="+mn-ea"/>
            </a:endParaRP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void CLA::</a:t>
            </a:r>
            <a:r>
              <a:rPr lang="en-US" altLang="ko-KR" sz="1600" dirty="0" err="1">
                <a:latin typeface="+mn-ea"/>
              </a:rPr>
              <a:t>Pro_Manage</a:t>
            </a:r>
            <a:r>
              <a:rPr lang="en-US" altLang="ko-KR" sz="1600" dirty="0">
                <a:latin typeface="+mn-ea"/>
              </a:rPr>
              <a:t>()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</a:t>
            </a:r>
            <a:r>
              <a:rPr lang="en-US" altLang="ko-KR" sz="1600" dirty="0" err="1">
                <a:latin typeface="+mn-ea"/>
              </a:rPr>
              <a:t>Draw_Box</a:t>
            </a:r>
            <a:r>
              <a:rPr lang="en-US" altLang="ko-KR" sz="1600" dirty="0">
                <a:latin typeface="+mn-ea"/>
              </a:rPr>
              <a:t>();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</a:t>
            </a:r>
            <a:r>
              <a:rPr lang="en-US" altLang="ko-KR" sz="1600" dirty="0" err="1">
                <a:latin typeface="+mn-ea"/>
              </a:rPr>
              <a:t>St_Walk</a:t>
            </a:r>
            <a:r>
              <a:rPr lang="en-US" altLang="ko-KR" sz="1600" dirty="0">
                <a:latin typeface="+mn-ea"/>
              </a:rPr>
              <a:t>();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52475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775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void CLA::</a:t>
            </a:r>
            <a:r>
              <a:rPr lang="en-US" altLang="ko-KR" sz="1600" dirty="0" err="1">
                <a:latin typeface="+mn-ea"/>
              </a:rPr>
              <a:t>St_Walk</a:t>
            </a:r>
            <a:r>
              <a:rPr lang="en-US" altLang="ko-KR" sz="1600" dirty="0">
                <a:latin typeface="+mn-ea"/>
              </a:rPr>
              <a:t>()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</a:t>
            </a:r>
            <a:r>
              <a:rPr lang="en-US" altLang="ko-KR" sz="1600" dirty="0" err="1">
                <a:latin typeface="+mn-ea"/>
              </a:rPr>
              <a:t>dir</a:t>
            </a:r>
            <a:r>
              <a:rPr lang="en-US" altLang="ko-KR" sz="1600" dirty="0">
                <a:latin typeface="+mn-ea"/>
              </a:rPr>
              <a:t> = 0;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while (</a:t>
            </a:r>
            <a:r>
              <a:rPr lang="en-US" altLang="ko-KR" sz="1600" dirty="0" err="1">
                <a:latin typeface="+mn-ea"/>
              </a:rPr>
              <a:t>dir</a:t>
            </a:r>
            <a:r>
              <a:rPr lang="en-US" altLang="ko-KR" sz="1600" dirty="0">
                <a:latin typeface="+mn-ea"/>
              </a:rPr>
              <a:t> != 4) {	// </a:t>
            </a:r>
            <a:r>
              <a:rPr lang="ko-KR" altLang="en-US" sz="1600" dirty="0">
                <a:latin typeface="+mn-ea"/>
              </a:rPr>
              <a:t>특수 값 탈출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아직 설정하지 않음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	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	</a:t>
            </a:r>
            <a:r>
              <a:rPr lang="en-US" altLang="ko-KR" sz="1600" dirty="0" err="1">
                <a:latin typeface="+mn-ea"/>
              </a:rPr>
              <a:t>dir</a:t>
            </a:r>
            <a:r>
              <a:rPr lang="en-US" altLang="ko-KR" sz="1600" dirty="0">
                <a:latin typeface="+mn-ea"/>
              </a:rPr>
              <a:t> = rand() % 4; // </a:t>
            </a:r>
            <a:r>
              <a:rPr lang="ko-KR" altLang="en-US" sz="1600" dirty="0">
                <a:latin typeface="+mn-ea"/>
              </a:rPr>
              <a:t>방향키 입력</a:t>
            </a:r>
          </a:p>
          <a:p>
            <a:pPr marL="109728" indent="0" latinLnBrk="0">
              <a:buNone/>
            </a:pPr>
            <a:endParaRPr lang="ko-KR" altLang="en-US" sz="1600" dirty="0">
              <a:latin typeface="+mn-ea"/>
            </a:endParaRP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	</a:t>
            </a:r>
            <a:r>
              <a:rPr lang="en-US" altLang="ko-KR" sz="1600" dirty="0">
                <a:latin typeface="+mn-ea"/>
              </a:rPr>
              <a:t>switch (</a:t>
            </a:r>
            <a:r>
              <a:rPr lang="en-US" altLang="ko-KR" sz="1600" dirty="0" err="1">
                <a:latin typeface="+mn-ea"/>
              </a:rPr>
              <a:t>dir</a:t>
            </a:r>
            <a:r>
              <a:rPr lang="en-US" altLang="ko-KR" sz="1600" dirty="0">
                <a:latin typeface="+mn-ea"/>
              </a:rPr>
              <a:t>) 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case 0: </a:t>
            </a:r>
            <a:r>
              <a:rPr lang="en-US" altLang="ko-KR" sz="1600" dirty="0" err="1">
                <a:latin typeface="+mn-ea"/>
              </a:rPr>
              <a:t>St_Up</a:t>
            </a:r>
            <a:r>
              <a:rPr lang="en-US" altLang="ko-KR" sz="1600" dirty="0">
                <a:latin typeface="+mn-ea"/>
              </a:rPr>
              <a:t>(); // </a:t>
            </a:r>
            <a:r>
              <a:rPr lang="ko-KR" altLang="en-US" sz="1600" dirty="0">
                <a:latin typeface="+mn-ea"/>
              </a:rPr>
              <a:t>위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		</a:t>
            </a:r>
            <a:r>
              <a:rPr lang="en-US" altLang="ko-KR" sz="1600" dirty="0">
                <a:latin typeface="+mn-ea"/>
              </a:rPr>
              <a:t>break;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case 1: </a:t>
            </a:r>
            <a:r>
              <a:rPr lang="en-US" altLang="ko-KR" sz="1600" dirty="0" err="1">
                <a:latin typeface="+mn-ea"/>
              </a:rPr>
              <a:t>St_Down</a:t>
            </a:r>
            <a:r>
              <a:rPr lang="en-US" altLang="ko-KR" sz="1600" dirty="0">
                <a:latin typeface="+mn-ea"/>
              </a:rPr>
              <a:t>(); // </a:t>
            </a:r>
            <a:r>
              <a:rPr lang="ko-KR" altLang="en-US" sz="1600" dirty="0">
                <a:latin typeface="+mn-ea"/>
              </a:rPr>
              <a:t>아래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		</a:t>
            </a:r>
            <a:r>
              <a:rPr lang="en-US" altLang="ko-KR" sz="1600" dirty="0">
                <a:latin typeface="+mn-ea"/>
              </a:rPr>
              <a:t>break;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case 2: </a:t>
            </a:r>
            <a:r>
              <a:rPr lang="en-US" altLang="ko-KR" sz="1600" dirty="0" err="1">
                <a:latin typeface="+mn-ea"/>
              </a:rPr>
              <a:t>St_Left</a:t>
            </a:r>
            <a:r>
              <a:rPr lang="en-US" altLang="ko-KR" sz="1600" dirty="0">
                <a:latin typeface="+mn-ea"/>
              </a:rPr>
              <a:t>(); // </a:t>
            </a:r>
            <a:r>
              <a:rPr lang="ko-KR" altLang="en-US" sz="1600" dirty="0">
                <a:latin typeface="+mn-ea"/>
              </a:rPr>
              <a:t>왼쪽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		</a:t>
            </a:r>
            <a:r>
              <a:rPr lang="en-US" altLang="ko-KR" sz="1600" dirty="0">
                <a:latin typeface="+mn-ea"/>
              </a:rPr>
              <a:t>break;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case 3: </a:t>
            </a:r>
            <a:r>
              <a:rPr lang="en-US" altLang="ko-KR" sz="1600" dirty="0" err="1">
                <a:latin typeface="+mn-ea"/>
              </a:rPr>
              <a:t>St_Right</a:t>
            </a:r>
            <a:r>
              <a:rPr lang="en-US" altLang="ko-KR" sz="1600" dirty="0">
                <a:latin typeface="+mn-ea"/>
              </a:rPr>
              <a:t>(); // </a:t>
            </a:r>
            <a:r>
              <a:rPr lang="ko-KR" altLang="en-US" sz="1600" dirty="0">
                <a:latin typeface="+mn-ea"/>
              </a:rPr>
              <a:t>오른쪽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		</a:t>
            </a:r>
            <a:r>
              <a:rPr lang="en-US" altLang="ko-KR" sz="1600" dirty="0">
                <a:latin typeface="+mn-ea"/>
              </a:rPr>
              <a:t>break;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}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Sleep(200);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system("</a:t>
            </a:r>
            <a:r>
              <a:rPr lang="en-US" altLang="ko-KR" sz="1600" dirty="0" err="1">
                <a:latin typeface="+mn-ea"/>
              </a:rPr>
              <a:t>cls</a:t>
            </a:r>
            <a:r>
              <a:rPr lang="en-US" altLang="ko-KR" sz="1600" dirty="0">
                <a:latin typeface="+mn-ea"/>
              </a:rPr>
              <a:t>");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</a:t>
            </a:r>
            <a:r>
              <a:rPr lang="en-US" altLang="ko-KR" sz="1600" dirty="0" err="1">
                <a:latin typeface="+mn-ea"/>
              </a:rPr>
              <a:t>Draw_Box</a:t>
            </a:r>
            <a:r>
              <a:rPr lang="en-US" altLang="ko-KR" sz="1600" dirty="0">
                <a:latin typeface="+mn-ea"/>
              </a:rPr>
              <a:t>();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}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60469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850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void CLA::</a:t>
            </a:r>
            <a:r>
              <a:rPr lang="en-US" altLang="ko-KR" sz="1600" dirty="0" err="1">
                <a:latin typeface="+mn-ea"/>
              </a:rPr>
              <a:t>St_Up</a:t>
            </a:r>
            <a:r>
              <a:rPr lang="en-US" altLang="ko-KR" sz="1600" dirty="0">
                <a:latin typeface="+mn-ea"/>
              </a:rPr>
              <a:t>() // </a:t>
            </a:r>
            <a:r>
              <a:rPr lang="ko-KR" altLang="en-US" sz="1600" dirty="0">
                <a:latin typeface="+mn-ea"/>
              </a:rPr>
              <a:t>위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--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if (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 == 0) 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 = 1; // </a:t>
            </a:r>
            <a:r>
              <a:rPr lang="ko-KR" altLang="en-US" sz="1600" dirty="0">
                <a:latin typeface="+mn-ea"/>
              </a:rPr>
              <a:t>한계치 지정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</a:t>
            </a:r>
            <a:r>
              <a:rPr lang="en-US" altLang="ko-KR" sz="1600" dirty="0">
                <a:latin typeface="+mn-ea"/>
              </a:rPr>
              <a:t>else 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map[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 + 1][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] = 0;  //</a:t>
            </a:r>
            <a:r>
              <a:rPr lang="ko-KR" altLang="en-US" sz="1600" dirty="0">
                <a:latin typeface="+mn-ea"/>
              </a:rPr>
              <a:t>잔상 제거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	</a:t>
            </a:r>
            <a:r>
              <a:rPr lang="en-US" altLang="ko-KR" sz="1600" dirty="0">
                <a:latin typeface="+mn-ea"/>
              </a:rPr>
              <a:t>map[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][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] = this-&gt;</a:t>
            </a:r>
            <a:r>
              <a:rPr lang="en-US" altLang="ko-KR" sz="1600" dirty="0" err="1">
                <a:latin typeface="+mn-ea"/>
              </a:rPr>
              <a:t>shk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}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}</a:t>
            </a:r>
          </a:p>
          <a:p>
            <a:pPr marL="109728" indent="0" latinLnBrk="0">
              <a:buNone/>
            </a:pPr>
            <a:endParaRPr lang="en-US" altLang="ko-KR" sz="1600" dirty="0">
              <a:latin typeface="+mn-ea"/>
            </a:endParaRP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void CLA::</a:t>
            </a:r>
            <a:r>
              <a:rPr lang="en-US" altLang="ko-KR" sz="1600" dirty="0" err="1">
                <a:latin typeface="+mn-ea"/>
              </a:rPr>
              <a:t>St_Down</a:t>
            </a:r>
            <a:r>
              <a:rPr lang="en-US" altLang="ko-KR" sz="1600" dirty="0">
                <a:latin typeface="+mn-ea"/>
              </a:rPr>
              <a:t>() // </a:t>
            </a:r>
            <a:r>
              <a:rPr lang="ko-KR" altLang="en-US" sz="1600" dirty="0">
                <a:latin typeface="+mn-ea"/>
              </a:rPr>
              <a:t>아래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++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if (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 == 7) 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 = 6; // </a:t>
            </a:r>
            <a:r>
              <a:rPr lang="ko-KR" altLang="en-US" sz="1600" dirty="0">
                <a:latin typeface="+mn-ea"/>
              </a:rPr>
              <a:t>한계치 지정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</a:t>
            </a:r>
            <a:r>
              <a:rPr lang="en-US" altLang="ko-KR" sz="1600" dirty="0">
                <a:latin typeface="+mn-ea"/>
              </a:rPr>
              <a:t>else 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map[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 - 1][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] = 0;  // </a:t>
            </a:r>
            <a:r>
              <a:rPr lang="ko-KR" altLang="en-US" sz="1600" dirty="0">
                <a:latin typeface="+mn-ea"/>
              </a:rPr>
              <a:t>잔상 제거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	</a:t>
            </a:r>
            <a:r>
              <a:rPr lang="en-US" altLang="ko-KR" sz="1600" dirty="0">
                <a:latin typeface="+mn-ea"/>
              </a:rPr>
              <a:t>map[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][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] = this-&gt;</a:t>
            </a:r>
            <a:r>
              <a:rPr lang="en-US" altLang="ko-KR" sz="1600" dirty="0" err="1">
                <a:latin typeface="+mn-ea"/>
              </a:rPr>
              <a:t>shk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}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31571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850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void CLA::</a:t>
            </a:r>
            <a:r>
              <a:rPr lang="en-US" altLang="ko-KR" sz="1600" dirty="0" err="1">
                <a:latin typeface="+mn-ea"/>
              </a:rPr>
              <a:t>St_Left</a:t>
            </a:r>
            <a:r>
              <a:rPr lang="en-US" altLang="ko-KR" sz="1600" dirty="0">
                <a:latin typeface="+mn-ea"/>
              </a:rPr>
              <a:t>() // </a:t>
            </a:r>
            <a:r>
              <a:rPr lang="ko-KR" altLang="en-US" sz="1600" dirty="0">
                <a:latin typeface="+mn-ea"/>
              </a:rPr>
              <a:t>왼쪽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--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if (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 == 0) 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 = 1; // </a:t>
            </a:r>
            <a:r>
              <a:rPr lang="ko-KR" altLang="en-US" sz="1600" dirty="0">
                <a:latin typeface="+mn-ea"/>
              </a:rPr>
              <a:t>한계치 지정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</a:t>
            </a:r>
            <a:r>
              <a:rPr lang="en-US" altLang="ko-KR" sz="1600" dirty="0">
                <a:latin typeface="+mn-ea"/>
              </a:rPr>
              <a:t>else 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map[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][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 + 1] = 0;  // </a:t>
            </a:r>
            <a:r>
              <a:rPr lang="ko-KR" altLang="en-US" sz="1600" dirty="0">
                <a:latin typeface="+mn-ea"/>
              </a:rPr>
              <a:t>잔상 제거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	</a:t>
            </a:r>
            <a:r>
              <a:rPr lang="en-US" altLang="ko-KR" sz="1600" dirty="0">
                <a:latin typeface="+mn-ea"/>
              </a:rPr>
              <a:t>map[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][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] = this-&gt;</a:t>
            </a:r>
            <a:r>
              <a:rPr lang="en-US" altLang="ko-KR" sz="1600" dirty="0" err="1">
                <a:latin typeface="+mn-ea"/>
              </a:rPr>
              <a:t>shk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}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}</a:t>
            </a:r>
          </a:p>
          <a:p>
            <a:pPr marL="109728" indent="0" latinLnBrk="0">
              <a:buNone/>
            </a:pPr>
            <a:endParaRPr lang="en-US" altLang="ko-KR" sz="1600" dirty="0">
              <a:latin typeface="+mn-ea"/>
            </a:endParaRP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void CLA::</a:t>
            </a:r>
            <a:r>
              <a:rPr lang="en-US" altLang="ko-KR" sz="1600" dirty="0" err="1">
                <a:latin typeface="+mn-ea"/>
              </a:rPr>
              <a:t>St_Right</a:t>
            </a:r>
            <a:r>
              <a:rPr lang="en-US" altLang="ko-KR" sz="1600" dirty="0">
                <a:latin typeface="+mn-ea"/>
              </a:rPr>
              <a:t>() // </a:t>
            </a:r>
            <a:r>
              <a:rPr lang="ko-KR" altLang="en-US" sz="1600" dirty="0">
                <a:latin typeface="+mn-ea"/>
              </a:rPr>
              <a:t>오른쪽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++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if (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 == 7) 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 = 6; // </a:t>
            </a:r>
            <a:r>
              <a:rPr lang="ko-KR" altLang="en-US" sz="1600" dirty="0">
                <a:latin typeface="+mn-ea"/>
              </a:rPr>
              <a:t>한계치 지정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</a:t>
            </a:r>
            <a:r>
              <a:rPr lang="en-US" altLang="ko-KR" sz="1600" dirty="0">
                <a:latin typeface="+mn-ea"/>
              </a:rPr>
              <a:t>else 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map[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][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 - 1] = 0;  // </a:t>
            </a:r>
            <a:r>
              <a:rPr lang="ko-KR" altLang="en-US" sz="1600" dirty="0">
                <a:latin typeface="+mn-ea"/>
              </a:rPr>
              <a:t>잔상 제거</a:t>
            </a:r>
          </a:p>
          <a:p>
            <a:pPr marL="109728" indent="0" latinLnBrk="0">
              <a:buNone/>
            </a:pPr>
            <a:r>
              <a:rPr lang="ko-KR" altLang="en-US" sz="1600" dirty="0">
                <a:latin typeface="+mn-ea"/>
              </a:rPr>
              <a:t>		</a:t>
            </a:r>
            <a:r>
              <a:rPr lang="en-US" altLang="ko-KR" sz="1600" dirty="0">
                <a:latin typeface="+mn-ea"/>
              </a:rPr>
              <a:t>map[</a:t>
            </a:r>
            <a:r>
              <a:rPr lang="en-US" altLang="ko-KR" sz="1600" dirty="0" err="1">
                <a:latin typeface="+mn-ea"/>
              </a:rPr>
              <a:t>sy</a:t>
            </a:r>
            <a:r>
              <a:rPr lang="en-US" altLang="ko-KR" sz="1600" dirty="0">
                <a:latin typeface="+mn-ea"/>
              </a:rPr>
              <a:t>][</a:t>
            </a:r>
            <a:r>
              <a:rPr lang="en-US" altLang="ko-KR" sz="1600" dirty="0" err="1">
                <a:latin typeface="+mn-ea"/>
              </a:rPr>
              <a:t>sx</a:t>
            </a:r>
            <a:r>
              <a:rPr lang="en-US" altLang="ko-KR" sz="1600" dirty="0">
                <a:latin typeface="+mn-ea"/>
              </a:rPr>
              <a:t>] = this-&gt;</a:t>
            </a:r>
            <a:r>
              <a:rPr lang="en-US" altLang="ko-KR" sz="1600" dirty="0" err="1">
                <a:latin typeface="+mn-ea"/>
              </a:rPr>
              <a:t>shk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}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14239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625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void CLA::</a:t>
            </a:r>
            <a:r>
              <a:rPr lang="en-US" altLang="ko-KR" sz="1600" dirty="0" err="1">
                <a:latin typeface="+mn-ea"/>
              </a:rPr>
              <a:t>Draw_Box</a:t>
            </a:r>
            <a:r>
              <a:rPr lang="en-US" altLang="ko-KR" sz="1600" dirty="0">
                <a:latin typeface="+mn-ea"/>
              </a:rPr>
              <a:t>()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</a:t>
            </a:r>
            <a:r>
              <a:rPr lang="en-US" altLang="ko-KR" sz="1600" dirty="0" err="1">
                <a:latin typeface="+mn-ea"/>
              </a:rPr>
              <a:t>int</a:t>
            </a:r>
            <a:r>
              <a:rPr lang="en-US" altLang="ko-KR" sz="1600" dirty="0">
                <a:latin typeface="+mn-ea"/>
              </a:rPr>
              <a:t> a, b;</a:t>
            </a:r>
          </a:p>
          <a:p>
            <a:pPr marL="109728" indent="0" latinLnBrk="0">
              <a:buNone/>
            </a:pPr>
            <a:endParaRPr lang="en-US" altLang="ko-KR" sz="1600" dirty="0">
              <a:latin typeface="+mn-ea"/>
            </a:endParaRP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for (a = 0; a &lt; 8; a++) 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for (b = 0; b &lt; 8; b++) 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if (map[a][b] == 0) 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	</a:t>
            </a:r>
            <a:r>
              <a:rPr lang="en-US" altLang="ko-KR" sz="1600" dirty="0" err="1">
                <a:latin typeface="+mn-ea"/>
              </a:rPr>
              <a:t>cout</a:t>
            </a:r>
            <a:r>
              <a:rPr lang="en-US" altLang="ko-KR" sz="1600" dirty="0">
                <a:latin typeface="+mn-ea"/>
              </a:rPr>
              <a:t> &lt;&lt; "  ";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}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if (map[a][b] == 1) 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	</a:t>
            </a:r>
            <a:r>
              <a:rPr lang="en-US" altLang="ko-KR" sz="1600" dirty="0" err="1">
                <a:latin typeface="+mn-ea"/>
              </a:rPr>
              <a:t>cout</a:t>
            </a:r>
            <a:r>
              <a:rPr lang="en-US" altLang="ko-KR" sz="1600" dirty="0">
                <a:latin typeface="+mn-ea"/>
              </a:rPr>
              <a:t> &lt;&lt; "■";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}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if (map[a][b] == 2) 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	</a:t>
            </a:r>
            <a:r>
              <a:rPr lang="en-US" altLang="ko-KR" sz="1600" dirty="0" err="1">
                <a:latin typeface="+mn-ea"/>
              </a:rPr>
              <a:t>cout</a:t>
            </a:r>
            <a:r>
              <a:rPr lang="en-US" altLang="ko-KR" sz="1600" dirty="0">
                <a:latin typeface="+mn-ea"/>
              </a:rPr>
              <a:t> &lt;&lt; "■";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}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if (map[a][b] == 3) 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	</a:t>
            </a:r>
            <a:r>
              <a:rPr lang="en-US" altLang="ko-KR" sz="1600" dirty="0" err="1">
                <a:latin typeface="+mn-ea"/>
              </a:rPr>
              <a:t>cout</a:t>
            </a:r>
            <a:r>
              <a:rPr lang="en-US" altLang="ko-KR" sz="1600" dirty="0">
                <a:latin typeface="+mn-ea"/>
              </a:rPr>
              <a:t> &lt;&lt; "★";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}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if (map[a][b] == 4) 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	</a:t>
            </a:r>
            <a:r>
              <a:rPr lang="en-US" altLang="ko-KR" sz="1600" dirty="0" err="1">
                <a:latin typeface="+mn-ea"/>
              </a:rPr>
              <a:t>cout</a:t>
            </a:r>
            <a:r>
              <a:rPr lang="en-US" altLang="ko-KR" sz="1600" dirty="0">
                <a:latin typeface="+mn-ea"/>
              </a:rPr>
              <a:t> &lt;&lt; "☆";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	}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}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	</a:t>
            </a:r>
            <a:r>
              <a:rPr lang="en-US" altLang="ko-KR" sz="1600" dirty="0" err="1">
                <a:latin typeface="+mn-ea"/>
              </a:rPr>
              <a:t>cout</a:t>
            </a:r>
            <a:r>
              <a:rPr lang="en-US" altLang="ko-KR" sz="1600" dirty="0">
                <a:latin typeface="+mn-ea"/>
              </a:rPr>
              <a:t> &lt;&lt; </a:t>
            </a:r>
            <a:r>
              <a:rPr lang="en-US" altLang="ko-KR" sz="1600" dirty="0" err="1">
                <a:latin typeface="+mn-ea"/>
              </a:rPr>
              <a:t>endl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}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32911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 err="1">
                <a:latin typeface="+mn-ea"/>
              </a:rPr>
              <a:t>int</a:t>
            </a:r>
            <a:r>
              <a:rPr lang="en-US" altLang="ko-KR" sz="1600" dirty="0">
                <a:latin typeface="+mn-ea"/>
              </a:rPr>
              <a:t> main()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{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CLA nm1;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CLA nm2(nm1);  // </a:t>
            </a:r>
            <a:r>
              <a:rPr lang="ko-KR" altLang="en-US" sz="1600" dirty="0" err="1">
                <a:latin typeface="+mn-ea"/>
              </a:rPr>
              <a:t>복사생성자</a:t>
            </a:r>
            <a:r>
              <a:rPr lang="ko-KR" altLang="en-US" sz="1600" dirty="0">
                <a:latin typeface="+mn-ea"/>
              </a:rPr>
              <a:t> 호출</a:t>
            </a:r>
            <a:endParaRPr lang="en-US" altLang="ko-KR" sz="1600" dirty="0">
              <a:latin typeface="+mn-ea"/>
            </a:endParaRPr>
          </a:p>
          <a:p>
            <a:pPr marL="109728" indent="0" latinLnBrk="0">
              <a:buNone/>
            </a:pPr>
            <a:endParaRPr lang="en-US" altLang="ko-KR" sz="1600" dirty="0">
              <a:latin typeface="+mn-ea"/>
            </a:endParaRP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nm2.Pro_Manage();</a:t>
            </a:r>
          </a:p>
          <a:p>
            <a:pPr marL="109728" indent="0" latinLnBrk="0">
              <a:buNone/>
            </a:pPr>
            <a:endParaRPr lang="en-US" altLang="ko-KR" sz="1600" dirty="0">
              <a:latin typeface="+mn-ea"/>
            </a:endParaRP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	return 0;</a:t>
            </a:r>
          </a:p>
          <a:p>
            <a:pPr marL="109728" indent="0" latinLnBrk="0">
              <a:buNone/>
            </a:pPr>
            <a:r>
              <a:rPr lang="en-US" altLang="ko-KR" sz="16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92975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1600" dirty="0"/>
              <a:t>다각형의 자동 이동 계속</a:t>
            </a:r>
            <a:endParaRPr lang="en-US" altLang="ko-KR" sz="1600" dirty="0"/>
          </a:p>
          <a:p>
            <a:pPr lvl="1" latinLnBrk="0"/>
            <a:r>
              <a:rPr lang="ko-KR" altLang="en-US" sz="1600" dirty="0" err="1"/>
              <a:t>맵</a:t>
            </a:r>
            <a:r>
              <a:rPr lang="ko-KR" altLang="en-US" sz="1600" dirty="0"/>
              <a:t> 크기 </a:t>
            </a:r>
            <a:r>
              <a:rPr lang="en-US" altLang="ko-KR" sz="1600" dirty="0"/>
              <a:t>5x5</a:t>
            </a:r>
          </a:p>
          <a:p>
            <a:pPr lvl="1" latinLnBrk="0"/>
            <a:r>
              <a:rPr lang="ko-KR" altLang="en-US" sz="1600" dirty="0"/>
              <a:t>특정 위치에 도달하면 탈출 </a:t>
            </a:r>
            <a:r>
              <a:rPr lang="en-US" altLang="ko-KR" sz="1600" dirty="0"/>
              <a:t>(</a:t>
            </a:r>
            <a:r>
              <a:rPr lang="ko-KR" altLang="en-US" sz="1600" dirty="0"/>
              <a:t>프로그램 중지</a:t>
            </a:r>
            <a:r>
              <a:rPr lang="en-US" altLang="ko-KR" sz="1600" dirty="0"/>
              <a:t>)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ko-KR" altLang="en-US" sz="2800" dirty="0"/>
              <a:t>연습 프로그램</a:t>
            </a:r>
            <a:br>
              <a:rPr lang="en-US" altLang="ko-KR" sz="2800" dirty="0"/>
            </a:b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930362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1145</TotalTime>
  <Words>3405</Words>
  <Application>Microsoft Office PowerPoint</Application>
  <PresentationFormat>화면 슬라이드 쇼(4:3)</PresentationFormat>
  <Paragraphs>686</Paragraphs>
  <Slides>48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9" baseType="lpstr">
      <vt:lpstr>굴림</vt:lpstr>
      <vt:lpstr>맑은 고딕</vt:lpstr>
      <vt:lpstr>양재백두체B</vt:lpstr>
      <vt:lpstr>-윤고딕140</vt:lpstr>
      <vt:lpstr>Arial</vt:lpstr>
      <vt:lpstr>Lucida Sans Unicode</vt:lpstr>
      <vt:lpstr>Trebuchet MS</vt:lpstr>
      <vt:lpstr>Verdana</vt:lpstr>
      <vt:lpstr>Wingdings 2</vt:lpstr>
      <vt:lpstr>Wingdings 3</vt:lpstr>
      <vt:lpstr>광장</vt:lpstr>
      <vt:lpstr>복사생성자</vt:lpstr>
      <vt:lpstr>내용</vt:lpstr>
      <vt:lpstr>복사 생성자</vt:lpstr>
      <vt:lpstr>복사 생성자</vt:lpstr>
      <vt:lpstr>복사 생성자</vt:lpstr>
      <vt:lpstr>복사 생성자</vt:lpstr>
      <vt:lpstr>복사 생성자 문제</vt:lpstr>
      <vt:lpstr>복사 생성자 문제</vt:lpstr>
      <vt:lpstr>복사 생성자 문제</vt:lpstr>
      <vt:lpstr>복사 생성자 문제</vt:lpstr>
      <vt:lpstr>복사 생성자 문제</vt:lpstr>
      <vt:lpstr>복사 생성자 문제</vt:lpstr>
      <vt:lpstr>복사 생성자 문제</vt:lpstr>
      <vt:lpstr>복사 생성자 문제</vt:lpstr>
      <vt:lpstr>복사 생성자 문제</vt:lpstr>
      <vt:lpstr>복사 생성자 문제</vt:lpstr>
      <vt:lpstr>복사 생성자 문제</vt:lpstr>
      <vt:lpstr>객체 배열</vt:lpstr>
      <vt:lpstr>객체 배열</vt:lpstr>
      <vt:lpstr>객체 배열</vt:lpstr>
      <vt:lpstr>객체 배열</vt:lpstr>
      <vt:lpstr>객체 배열</vt:lpstr>
      <vt:lpstr>동적 메모리 할당하기</vt:lpstr>
      <vt:lpstr>포인터 </vt:lpstr>
      <vt:lpstr>포인터 </vt:lpstr>
      <vt:lpstr>포인터 </vt:lpstr>
      <vt:lpstr>동적 메모리 할당하기</vt:lpstr>
      <vt:lpstr>동적 메모리 할당하기</vt:lpstr>
      <vt:lpstr>동적 메모리 할당하기</vt:lpstr>
      <vt:lpstr>동적 메모리 해제하기</vt:lpstr>
      <vt:lpstr>동적 메모리 관리</vt:lpstr>
      <vt:lpstr>동적 메모리 관리</vt:lpstr>
      <vt:lpstr>객체의 동적 생성</vt:lpstr>
      <vt:lpstr>객체의 동적 생성</vt:lpstr>
      <vt:lpstr>객체의 동적 생성</vt:lpstr>
      <vt:lpstr>this 포인터</vt:lpstr>
      <vt:lpstr>this 포인터</vt:lpstr>
      <vt:lpstr>this 포인터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프로그램 문제</dc:title>
  <dc:creator>Lub</dc:creator>
  <cp:lastModifiedBy>수찬 이</cp:lastModifiedBy>
  <cp:revision>125</cp:revision>
  <dcterms:created xsi:type="dcterms:W3CDTF">2015-04-10T01:14:42Z</dcterms:created>
  <dcterms:modified xsi:type="dcterms:W3CDTF">2024-11-19T06:50:35Z</dcterms:modified>
</cp:coreProperties>
</file>