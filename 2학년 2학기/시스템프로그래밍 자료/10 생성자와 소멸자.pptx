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53" r:id="rId3"/>
    <p:sldId id="355" r:id="rId4"/>
    <p:sldId id="379" r:id="rId5"/>
    <p:sldId id="380" r:id="rId6"/>
    <p:sldId id="381" r:id="rId7"/>
    <p:sldId id="386" r:id="rId8"/>
    <p:sldId id="385" r:id="rId9"/>
    <p:sldId id="383" r:id="rId10"/>
    <p:sldId id="382" r:id="rId11"/>
    <p:sldId id="384" r:id="rId12"/>
    <p:sldId id="387" r:id="rId13"/>
    <p:sldId id="388" r:id="rId14"/>
    <p:sldId id="389" r:id="rId15"/>
    <p:sldId id="391" r:id="rId16"/>
    <p:sldId id="392" r:id="rId17"/>
    <p:sldId id="393" r:id="rId18"/>
    <p:sldId id="394" r:id="rId19"/>
    <p:sldId id="378" r:id="rId20"/>
    <p:sldId id="395" r:id="rId21"/>
    <p:sldId id="396" r:id="rId22"/>
    <p:sldId id="397" r:id="rId23"/>
    <p:sldId id="398" r:id="rId24"/>
    <p:sldId id="399" r:id="rId25"/>
    <p:sldId id="400" r:id="rId26"/>
    <p:sldId id="326" r:id="rId2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err="1"/>
              <a:t>생성자와</a:t>
            </a:r>
            <a:r>
              <a:rPr lang="ko-KR" altLang="en-US" sz="3200" dirty="0"/>
              <a:t> </a:t>
            </a:r>
            <a:r>
              <a:rPr lang="ko-KR" altLang="en-US" sz="3200" dirty="0" err="1"/>
              <a:t>소멸자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2000" dirty="0" err="1"/>
              <a:t>생성자</a:t>
            </a:r>
            <a:endParaRPr kumimoji="0" lang="en-US" altLang="ko-KR" sz="2000" dirty="0"/>
          </a:p>
          <a:p>
            <a:pPr eaLnBrk="1" hangingPunct="1"/>
            <a:endParaRPr kumimoji="0"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lang="ko-KR" altLang="en-US" sz="2000" dirty="0" err="1"/>
              <a:t>소멸자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7438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err="1"/>
              <a:t>생성자</a:t>
            </a:r>
            <a:endParaRPr lang="en-US" altLang="ko-KR" sz="1800" b="1" dirty="0"/>
          </a:p>
          <a:p>
            <a:endParaRPr lang="en-US" altLang="ko-KR" sz="1800" b="1" dirty="0"/>
          </a:p>
          <a:p>
            <a:pPr marL="452628" indent="-342900">
              <a:buFont typeface="+mj-lt"/>
              <a:buAutoNum type="arabicPeriod"/>
            </a:pPr>
            <a:r>
              <a:rPr lang="ko-KR" altLang="en-US" sz="1800" b="1" dirty="0">
                <a:solidFill>
                  <a:srgbClr val="FF0000"/>
                </a:solidFill>
              </a:rPr>
              <a:t>객체가 생성될 때 자동으로 호출되는 멤버함수</a:t>
            </a:r>
            <a:endParaRPr lang="en-US" altLang="ko-KR" sz="1800" b="1" dirty="0">
              <a:solidFill>
                <a:srgbClr val="FF0000"/>
              </a:solidFill>
            </a:endParaRPr>
          </a:p>
          <a:p>
            <a:pPr marL="452628" indent="-342900">
              <a:buFont typeface="+mj-lt"/>
              <a:buAutoNum type="arabicPeriod"/>
            </a:pPr>
            <a:endParaRPr lang="en-US" altLang="ko-KR" sz="1800" b="1" dirty="0"/>
          </a:p>
          <a:p>
            <a:pPr marL="452628" indent="-342900">
              <a:buFont typeface="+mj-lt"/>
              <a:buAutoNum type="arabicPeriod"/>
            </a:pPr>
            <a:r>
              <a:rPr lang="ko-KR" altLang="en-US" sz="1800" b="1" dirty="0">
                <a:solidFill>
                  <a:srgbClr val="FF0000"/>
                </a:solidFill>
              </a:rPr>
              <a:t>클래스 이름과 같은 함수</a:t>
            </a:r>
            <a:endParaRPr lang="en-US" altLang="ko-KR" sz="1800" b="1" dirty="0">
              <a:solidFill>
                <a:srgbClr val="FF0000"/>
              </a:solidFill>
            </a:endParaRPr>
          </a:p>
          <a:p>
            <a:pPr marL="452628" indent="-342900">
              <a:buFont typeface="+mj-lt"/>
              <a:buAutoNum type="arabicPeriod"/>
            </a:pPr>
            <a:endParaRPr lang="en-US" altLang="ko-KR" sz="1800" b="1" dirty="0"/>
          </a:p>
          <a:p>
            <a:pPr marL="452628" indent="-342900">
              <a:buFont typeface="+mj-lt"/>
              <a:buAutoNum type="arabicPeriod"/>
            </a:pPr>
            <a:r>
              <a:rPr lang="ko-KR" altLang="en-US" sz="1800" b="1" dirty="0"/>
              <a:t>반환형이 없음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따라서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값의 반환도 없음</a:t>
            </a:r>
            <a:r>
              <a:rPr lang="en-US" altLang="ko-KR" sz="1800" b="1" dirty="0"/>
              <a:t>)</a:t>
            </a:r>
          </a:p>
          <a:p>
            <a:pPr marL="452628" indent="-342900">
              <a:buFont typeface="+mj-lt"/>
              <a:buAutoNum type="arabicPeriod"/>
            </a:pPr>
            <a:endParaRPr lang="en-US" altLang="ko-KR" sz="1800" b="1" dirty="0"/>
          </a:p>
          <a:p>
            <a:pPr marL="452628" indent="-342900">
              <a:buFont typeface="+mj-lt"/>
              <a:buAutoNum type="arabicPeriod"/>
            </a:pPr>
            <a:r>
              <a:rPr lang="ko-KR" altLang="en-US" sz="1800" b="1" dirty="0"/>
              <a:t>내부 변수의 초기화 등의 작업 수행</a:t>
            </a: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328618471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err="1"/>
              <a:t>생성자</a:t>
            </a:r>
            <a:endParaRPr lang="en-US" altLang="ko-KR" sz="1800" b="1" dirty="0"/>
          </a:p>
          <a:p>
            <a:endParaRPr lang="en-US" altLang="ko-KR" sz="1800" b="1" dirty="0"/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class Car {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Car(); </a:t>
            </a:r>
            <a:r>
              <a:rPr lang="en-US" altLang="ko-KR" sz="1800" dirty="0">
                <a:latin typeface="+mn-ea"/>
              </a:rPr>
              <a:t>        // </a:t>
            </a:r>
            <a:r>
              <a:rPr lang="ko-KR" altLang="en-US" sz="1800" dirty="0" err="1">
                <a:latin typeface="+mn-ea"/>
              </a:rPr>
              <a:t>생성자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 …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Car::Car() {    // </a:t>
            </a:r>
            <a:r>
              <a:rPr lang="ko-KR" altLang="en-US" sz="1800" dirty="0">
                <a:latin typeface="+mn-ea"/>
              </a:rPr>
              <a:t>함수 이름 앞에 클래스 이름을 포함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 …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…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 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Car nm;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134892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ko-KR" altLang="en-US" sz="1600" dirty="0" err="1">
                <a:latin typeface="+mn-ea"/>
              </a:rPr>
              <a:t>생성자는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반환 값이 없다</a:t>
            </a:r>
            <a:r>
              <a:rPr lang="en-US" altLang="ko-KR" sz="2800" b="1" dirty="0">
                <a:highlight>
                  <a:srgbClr val="FFFF00"/>
                </a:highlight>
                <a:latin typeface="+mn-ea"/>
              </a:rPr>
              <a:t>.</a:t>
            </a:r>
            <a:endParaRPr lang="en-US" altLang="ko-KR" sz="1600" b="1" dirty="0">
              <a:highlight>
                <a:srgbClr val="FFFF00"/>
              </a:highlight>
              <a:latin typeface="+mn-ea"/>
            </a:endParaRPr>
          </a:p>
          <a:p>
            <a:endParaRPr lang="en-US" altLang="ko-KR" sz="1600" dirty="0">
              <a:latin typeface="+mn-ea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600" dirty="0">
                <a:latin typeface="+mn-ea"/>
                <a:cs typeface="-윤고딕140"/>
              </a:rPr>
              <a:t>일반적인 함수 항목 정의 형식</a:t>
            </a:r>
            <a:endParaRPr lang="en-US" altLang="ko-KR" sz="1600" dirty="0">
              <a:latin typeface="+mn-ea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car(</a:t>
            </a:r>
            <a:r>
              <a:rPr lang="en-US" altLang="ko-KR" sz="1600" dirty="0" err="1">
                <a:latin typeface="+mn-ea"/>
              </a:rPr>
              <a:t>int</a:t>
            </a:r>
            <a:r>
              <a:rPr lang="en-US" altLang="ko-KR" sz="1600" dirty="0">
                <a:latin typeface="+mn-ea"/>
              </a:rPr>
              <a:t> number) // </a:t>
            </a:r>
            <a:r>
              <a:rPr lang="ko-KR" altLang="en-US" sz="1600" dirty="0">
                <a:latin typeface="+mn-ea"/>
              </a:rPr>
              <a:t>반환 </a:t>
            </a:r>
            <a:r>
              <a:rPr lang="ko-KR" altLang="en-US" sz="1600" dirty="0" err="1">
                <a:latin typeface="+mn-ea"/>
              </a:rPr>
              <a:t>자료형으로</a:t>
            </a:r>
            <a:r>
              <a:rPr lang="ko-KR" altLang="en-US" sz="1600" dirty="0">
                <a:latin typeface="+mn-ea"/>
              </a:rPr>
              <a:t> 시작</a:t>
            </a:r>
            <a:endParaRPr lang="en-US" altLang="ko-KR" sz="16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 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{ 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    …  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     return number; // return</a:t>
            </a:r>
            <a:r>
              <a:rPr lang="ko-KR" altLang="en-US" sz="1600" dirty="0">
                <a:latin typeface="+mn-ea"/>
              </a:rPr>
              <a:t>문만 있거나 복귀 값도 있음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6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}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600" dirty="0">
              <a:latin typeface="+mn-ea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  <a:cs typeface="-윤고딕140"/>
              </a:rPr>
              <a:t>2. </a:t>
            </a:r>
            <a:r>
              <a:rPr lang="ko-KR" altLang="en-US" sz="1600" dirty="0">
                <a:latin typeface="+mn-ea"/>
                <a:cs typeface="-윤고딕140"/>
              </a:rPr>
              <a:t>생성자의 정의 형식</a:t>
            </a:r>
            <a:endParaRPr lang="en-US" altLang="ko-KR" sz="1600" dirty="0">
              <a:latin typeface="+mn-ea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Car::Car() {   // </a:t>
            </a:r>
            <a:r>
              <a:rPr lang="ko-KR" altLang="en-US" sz="1600" dirty="0">
                <a:latin typeface="+mn-ea"/>
              </a:rPr>
              <a:t>반환 </a:t>
            </a:r>
            <a:r>
              <a:rPr lang="ko-KR" altLang="en-US" sz="1600" dirty="0" err="1">
                <a:latin typeface="+mn-ea"/>
              </a:rPr>
              <a:t>자료형이</a:t>
            </a:r>
            <a:r>
              <a:rPr lang="ko-KR" altLang="en-US" sz="1600" dirty="0">
                <a:latin typeface="+mn-ea"/>
              </a:rPr>
              <a:t> 없음</a:t>
            </a:r>
            <a:endParaRPr lang="en-US" altLang="ko-KR" sz="16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     number = 0;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     fuel = 0;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     </a:t>
            </a:r>
            <a:r>
              <a:rPr lang="en-US" altLang="ko-KR" sz="1600" dirty="0" err="1">
                <a:latin typeface="+mn-ea"/>
              </a:rPr>
              <a:t>cout</a:t>
            </a:r>
            <a:r>
              <a:rPr lang="en-US" altLang="ko-KR" sz="1600" dirty="0">
                <a:latin typeface="+mn-ea"/>
              </a:rPr>
              <a:t> &lt;&lt; “</a:t>
            </a:r>
            <a:r>
              <a:rPr lang="ko-KR" altLang="en-US" sz="1600" dirty="0">
                <a:latin typeface="+mn-ea"/>
              </a:rPr>
              <a:t>차량의 상태를 초기화</a:t>
            </a:r>
            <a:r>
              <a:rPr lang="en-US" altLang="ko-KR" sz="1600" dirty="0">
                <a:latin typeface="+mn-ea"/>
              </a:rPr>
              <a:t>”&lt;&lt; </a:t>
            </a:r>
            <a:r>
              <a:rPr lang="en-US" altLang="ko-KR" sz="1600" dirty="0" err="1">
                <a:latin typeface="+mn-ea"/>
              </a:rPr>
              <a:t>endl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       // </a:t>
            </a:r>
            <a:r>
              <a:rPr lang="ko-KR" altLang="en-US" sz="1600" dirty="0">
                <a:latin typeface="+mn-ea"/>
              </a:rPr>
              <a:t>따라서 </a:t>
            </a:r>
            <a:r>
              <a:rPr lang="en-US" altLang="ko-KR" sz="1600" dirty="0">
                <a:latin typeface="+mn-ea"/>
              </a:rPr>
              <a:t>return</a:t>
            </a:r>
            <a:r>
              <a:rPr lang="ko-KR" altLang="en-US" sz="1600" dirty="0">
                <a:latin typeface="+mn-ea"/>
              </a:rPr>
              <a:t>문도 없고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복귀값도</a:t>
            </a:r>
            <a:r>
              <a:rPr lang="ko-KR" altLang="en-US" sz="1600" dirty="0">
                <a:latin typeface="+mn-ea"/>
              </a:rPr>
              <a:t> 없음</a:t>
            </a:r>
            <a:endParaRPr lang="en-US" altLang="ko-KR" sz="16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600" dirty="0">
                <a:latin typeface="+mn-ea"/>
              </a:rPr>
              <a:t>}    // </a:t>
            </a:r>
            <a:r>
              <a:rPr lang="ko-KR" altLang="en-US" sz="1600" dirty="0">
                <a:latin typeface="+mn-ea"/>
              </a:rPr>
              <a:t>특정 값을 매개변수를 통해 입력 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초기화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할 순 있음</a:t>
            </a:r>
            <a:endParaRPr lang="en-US" altLang="ko-KR" sz="16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19167869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err="1"/>
              <a:t>생성자</a:t>
            </a:r>
            <a:r>
              <a:rPr lang="ko-KR" altLang="en-US" sz="1800" b="1" dirty="0"/>
              <a:t> 예</a:t>
            </a:r>
            <a:endParaRPr lang="en-US" altLang="ko-KR" sz="1800" b="1" dirty="0"/>
          </a:p>
          <a:p>
            <a:pPr marL="109728" indent="0">
              <a:buNone/>
            </a:pPr>
            <a:endParaRPr lang="en-US" altLang="ko-KR" sz="1800" b="1" dirty="0"/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dirty="0">
                <a:latin typeface="+mn-ea"/>
              </a:rPr>
              <a:t>#include 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 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class CLA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private: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num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public: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CLA();  // </a:t>
            </a:r>
            <a:r>
              <a:rPr lang="ko-KR" altLang="en-US" sz="1800" dirty="0" err="1">
                <a:latin typeface="+mn-ea"/>
              </a:rPr>
              <a:t>생성자</a:t>
            </a:r>
            <a:endParaRPr lang="ko-KR" altLang="en-US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};</a:t>
            </a:r>
          </a:p>
          <a:p>
            <a:pPr marL="109728" indent="0"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21843769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err="1">
                <a:latin typeface="+mn-ea"/>
              </a:rPr>
              <a:t>생성자</a:t>
            </a:r>
            <a:r>
              <a:rPr lang="ko-KR" altLang="en-US" sz="1800" b="1" dirty="0">
                <a:latin typeface="+mn-ea"/>
              </a:rPr>
              <a:t> 예</a:t>
            </a:r>
            <a:endParaRPr lang="en-US" altLang="ko-KR" sz="1800" b="1" dirty="0">
              <a:latin typeface="+mn-ea"/>
            </a:endParaRPr>
          </a:p>
          <a:p>
            <a:pPr marL="109728" indent="0">
              <a:buNone/>
            </a:pPr>
            <a:endParaRPr lang="en-US" altLang="ko-KR" sz="1800" b="1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CLA::CLA()  // </a:t>
            </a:r>
            <a:r>
              <a:rPr lang="ko-KR" altLang="en-US" sz="1800" dirty="0" err="1">
                <a:latin typeface="+mn-ea"/>
              </a:rPr>
              <a:t>생성자는</a:t>
            </a:r>
            <a:r>
              <a:rPr lang="ko-KR" altLang="en-US" sz="1800" dirty="0">
                <a:latin typeface="+mn-ea"/>
              </a:rPr>
              <a:t> 클래스 이름과 같다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기본 </a:t>
            </a:r>
            <a:r>
              <a:rPr lang="ko-KR" altLang="en-US" sz="1800" dirty="0" err="1">
                <a:latin typeface="+mn-ea"/>
              </a:rPr>
              <a:t>생성자를</a:t>
            </a:r>
            <a:r>
              <a:rPr lang="ko-KR" altLang="en-US" sz="1800" dirty="0">
                <a:latin typeface="+mn-ea"/>
              </a:rPr>
              <a:t> 호출하였습니다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num</a:t>
            </a:r>
            <a:r>
              <a:rPr lang="en-US" altLang="ko-KR" sz="1800" dirty="0">
                <a:latin typeface="+mn-ea"/>
              </a:rPr>
              <a:t> =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   // </a:t>
            </a:r>
            <a:r>
              <a:rPr lang="ko-KR" altLang="en-US" sz="1800" dirty="0" err="1">
                <a:latin typeface="+mn-ea"/>
              </a:rPr>
              <a:t>생성자는</a:t>
            </a:r>
            <a:r>
              <a:rPr lang="ko-KR" altLang="en-US" sz="1800" dirty="0">
                <a:latin typeface="+mn-ea"/>
              </a:rPr>
              <a:t> </a:t>
            </a:r>
            <a:r>
              <a:rPr lang="ko-KR" altLang="en-US" sz="1800" dirty="0" err="1">
                <a:latin typeface="+mn-ea"/>
              </a:rPr>
              <a:t>반환값이</a:t>
            </a:r>
            <a:r>
              <a:rPr lang="ko-KR" altLang="en-US" sz="1800" dirty="0">
                <a:latin typeface="+mn-ea"/>
              </a:rPr>
              <a:t> 없다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CLA nm;  // </a:t>
            </a:r>
            <a:r>
              <a:rPr lang="ko-KR" altLang="en-US" sz="1800" dirty="0">
                <a:latin typeface="+mn-ea"/>
              </a:rPr>
              <a:t>생성자는 따로 호출 없이도 객체</a:t>
            </a:r>
            <a:r>
              <a:rPr lang="en-US" altLang="ko-KR" sz="1800">
                <a:latin typeface="+mn-ea"/>
              </a:rPr>
              <a:t>(nm)</a:t>
            </a:r>
            <a:r>
              <a:rPr lang="ko-KR" altLang="en-US" sz="180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선언 시 자동 호출된다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	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  <a:endParaRPr lang="en-US" altLang="ko-KR" sz="1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347225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z="1800" b="1" dirty="0" err="1"/>
              <a:t>생성자</a:t>
            </a:r>
            <a:r>
              <a:rPr lang="ko-KR" altLang="en-US" sz="1800" b="1" dirty="0"/>
              <a:t> 예</a:t>
            </a:r>
            <a:endParaRPr lang="en-US" altLang="ko-KR" sz="1800" b="1" dirty="0"/>
          </a:p>
          <a:p>
            <a:pPr marL="109728" indent="0">
              <a:buNone/>
            </a:pPr>
            <a:endParaRPr lang="en-US" altLang="ko-KR" sz="1800" b="1" dirty="0"/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dirty="0">
                <a:latin typeface="+mn-ea"/>
              </a:rPr>
              <a:t>#include 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n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class Car {     // </a:t>
            </a:r>
            <a:r>
              <a:rPr lang="ko-KR" altLang="en-US" sz="1800" dirty="0">
                <a:latin typeface="+mn-ea"/>
              </a:rPr>
              <a:t>클래스 </a:t>
            </a:r>
            <a:r>
              <a:rPr lang="en-US" altLang="ko-KR" sz="1800" dirty="0">
                <a:latin typeface="+mn-ea"/>
              </a:rPr>
              <a:t>Car</a:t>
            </a:r>
            <a:r>
              <a:rPr lang="ko-KR" altLang="en-US" sz="1800" dirty="0">
                <a:latin typeface="+mn-ea"/>
              </a:rPr>
              <a:t>를 정의합니다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private: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	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number;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fuel;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public: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Car();    //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함수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  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void </a:t>
            </a:r>
            <a:r>
              <a:rPr lang="en-US" altLang="ko-KR" sz="1800" dirty="0" err="1">
                <a:latin typeface="+mn-ea"/>
              </a:rPr>
              <a:t>displayNumber</a:t>
            </a:r>
            <a:r>
              <a:rPr lang="en-US" altLang="ko-KR" sz="1800" dirty="0">
                <a:latin typeface="+mn-ea"/>
              </a:rPr>
              <a:t>(void)   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      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차량 번호 </a:t>
            </a:r>
            <a:r>
              <a:rPr lang="en-US" altLang="ko-KR" sz="1800" dirty="0">
                <a:latin typeface="+mn-ea"/>
              </a:rPr>
              <a:t>: " &lt;&lt; number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;}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void </a:t>
            </a:r>
            <a:r>
              <a:rPr lang="en-US" altLang="ko-KR" sz="1800" dirty="0" err="1">
                <a:latin typeface="+mn-ea"/>
              </a:rPr>
              <a:t>displayFuel</a:t>
            </a:r>
            <a:r>
              <a:rPr lang="en-US" altLang="ko-KR" sz="1800" dirty="0">
                <a:latin typeface="+mn-ea"/>
              </a:rPr>
              <a:t>(void) 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       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남은 연료 </a:t>
            </a:r>
            <a:r>
              <a:rPr lang="en-US" altLang="ko-KR" sz="1800" dirty="0">
                <a:latin typeface="+mn-ea"/>
              </a:rPr>
              <a:t>: " &lt;&lt; fuel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;}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void </a:t>
            </a:r>
            <a:r>
              <a:rPr lang="en-US" altLang="ko-KR" sz="1800" dirty="0" err="1">
                <a:latin typeface="+mn-ea"/>
              </a:rPr>
              <a:t>setNumber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n)       {number = n;}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void </a:t>
            </a:r>
            <a:r>
              <a:rPr lang="en-US" altLang="ko-KR" sz="1800" dirty="0" err="1">
                <a:latin typeface="+mn-ea"/>
              </a:rPr>
              <a:t>setFuel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f)          {fuel = f;}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}; </a:t>
            </a:r>
            <a:endParaRPr lang="en-US" altLang="ko-KR" sz="2400" dirty="0">
              <a:latin typeface="+mn-ea"/>
              <a:cs typeface="-윤고딕140"/>
            </a:endParaRPr>
          </a:p>
          <a:p>
            <a:pPr marL="109728" indent="0"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24763077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err="1"/>
              <a:t>생성자</a:t>
            </a:r>
            <a:r>
              <a:rPr lang="ko-KR" altLang="en-US" sz="1800" b="1" dirty="0"/>
              <a:t> 예</a:t>
            </a:r>
            <a:endParaRPr lang="en-US" altLang="ko-KR" sz="1800" b="1" dirty="0"/>
          </a:p>
          <a:p>
            <a:pPr marL="109728" indent="0">
              <a:buNone/>
            </a:pPr>
            <a:endParaRPr lang="en-US" altLang="ko-KR" sz="1800" b="1" dirty="0"/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800" dirty="0">
                <a:latin typeface="+mn-ea"/>
              </a:rPr>
              <a:t>Car::Car() {    //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ko-KR" altLang="en-US" sz="1800" dirty="0">
                <a:latin typeface="+mn-ea"/>
              </a:rPr>
              <a:t> 항목 정의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number = 0;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fuel = 0;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차량의 상태를 초기화하였습니다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} </a:t>
            </a:r>
          </a:p>
          <a:p>
            <a:pPr marL="109728" indent="0">
              <a:buNone/>
            </a:pPr>
            <a:endParaRPr lang="en-US" altLang="ko-KR" sz="1800" b="1" dirty="0"/>
          </a:p>
        </p:txBody>
      </p:sp>
    </p:spTree>
    <p:extLst>
      <p:ext uri="{BB962C8B-B14F-4D97-AF65-F5344CB8AC3E}">
        <p14:creationId xmlns:p14="http://schemas.microsoft.com/office/powerpoint/2010/main" val="225271664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err="1"/>
              <a:t>생성자</a:t>
            </a:r>
            <a:r>
              <a:rPr lang="ko-KR" altLang="en-US" sz="1800" b="1" dirty="0"/>
              <a:t> 예</a:t>
            </a:r>
            <a:endParaRPr lang="en-US" altLang="ko-KR" sz="1800" b="1" dirty="0"/>
          </a:p>
          <a:p>
            <a:pPr marL="109728" indent="0">
              <a:buNone/>
            </a:pPr>
            <a:endParaRPr lang="en-US" altLang="ko-KR" sz="1800" b="1" dirty="0"/>
          </a:p>
          <a:p>
            <a:pPr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 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새로운 차 </a:t>
            </a:r>
            <a:r>
              <a:rPr lang="en-US" altLang="ko-KR" sz="1800" dirty="0" err="1">
                <a:latin typeface="+mn-ea"/>
              </a:rPr>
              <a:t>myCar</a:t>
            </a:r>
            <a:r>
              <a:rPr lang="ko-KR" altLang="en-US" sz="1800" dirty="0">
                <a:latin typeface="+mn-ea"/>
              </a:rPr>
              <a:t>를 생성합니다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Car </a:t>
            </a:r>
            <a:r>
              <a:rPr lang="en-US" altLang="ko-KR" sz="1800" dirty="0" err="1">
                <a:latin typeface="+mn-ea"/>
              </a:rPr>
              <a:t>myCar</a:t>
            </a:r>
            <a:r>
              <a:rPr lang="en-US" altLang="ko-KR" sz="1800" dirty="0">
                <a:latin typeface="+mn-ea"/>
              </a:rPr>
              <a:t>;    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     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</a:t>
            </a:r>
            <a:r>
              <a:rPr lang="en-US" altLang="ko-KR" sz="1800" dirty="0" err="1">
                <a:latin typeface="+mn-ea"/>
              </a:rPr>
              <a:t>myCar.displayNumber</a:t>
            </a:r>
            <a:r>
              <a:rPr lang="en-US" altLang="ko-KR" sz="1800" dirty="0">
                <a:latin typeface="+mn-ea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</a:t>
            </a:r>
            <a:r>
              <a:rPr lang="en-US" altLang="ko-KR" sz="1800" dirty="0" err="1">
                <a:latin typeface="+mn-ea"/>
              </a:rPr>
              <a:t>myCar.displayFuel</a:t>
            </a:r>
            <a:r>
              <a:rPr lang="en-US" altLang="ko-KR" sz="1800" dirty="0">
                <a:latin typeface="+mn-ea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 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새로운 차 </a:t>
            </a:r>
            <a:r>
              <a:rPr lang="en-US" altLang="ko-KR" sz="1800" dirty="0" err="1">
                <a:latin typeface="+mn-ea"/>
              </a:rPr>
              <a:t>myCar</a:t>
            </a:r>
            <a:r>
              <a:rPr lang="ko-KR" altLang="en-US" sz="1800" dirty="0">
                <a:latin typeface="+mn-ea"/>
              </a:rPr>
              <a:t>를 등록하고 연료를 채웁니다</a:t>
            </a:r>
            <a:r>
              <a:rPr lang="en-US" altLang="ko-KR" sz="1800" dirty="0">
                <a:latin typeface="+mn-ea"/>
              </a:rPr>
              <a:t>."   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8284862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생성자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err="1"/>
              <a:t>생성자</a:t>
            </a:r>
            <a:r>
              <a:rPr lang="ko-KR" altLang="en-US" sz="1800" b="1" dirty="0"/>
              <a:t> 예</a:t>
            </a:r>
            <a:endParaRPr lang="en-US" altLang="ko-KR" sz="1800" b="1" dirty="0"/>
          </a:p>
          <a:p>
            <a:pPr marL="109728" indent="0">
              <a:buNone/>
            </a:pPr>
            <a:endParaRPr lang="en-US" altLang="ko-KR" sz="1800" b="1" dirty="0"/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myCar.setNumber</a:t>
            </a:r>
            <a:r>
              <a:rPr lang="en-US" altLang="ko-KR" sz="1800" dirty="0">
                <a:latin typeface="+mn-ea"/>
              </a:rPr>
              <a:t>(1234);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myCar.setFuel</a:t>
            </a:r>
            <a:r>
              <a:rPr lang="en-US" altLang="ko-KR" sz="1800" dirty="0">
                <a:latin typeface="+mn-ea"/>
              </a:rPr>
              <a:t>(50);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 </a:t>
            </a:r>
            <a:r>
              <a:rPr lang="en-US" altLang="ko-KR" sz="1800" dirty="0" err="1">
                <a:latin typeface="+mn-ea"/>
              </a:rPr>
              <a:t>myCar.displayNumber</a:t>
            </a:r>
            <a:r>
              <a:rPr lang="en-US" altLang="ko-KR" sz="1800" dirty="0">
                <a:latin typeface="+mn-ea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    </a:t>
            </a:r>
            <a:r>
              <a:rPr lang="en-US" altLang="ko-KR" sz="1800" dirty="0" err="1">
                <a:latin typeface="+mn-ea"/>
              </a:rPr>
              <a:t>myCar.displayFuel</a:t>
            </a:r>
            <a:r>
              <a:rPr lang="en-US" altLang="ko-KR" sz="1800" dirty="0">
                <a:latin typeface="+mn-ea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 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새로운 차 </a:t>
            </a:r>
            <a:r>
              <a:rPr lang="en-US" altLang="ko-KR" sz="1800" dirty="0" err="1">
                <a:latin typeface="+mn-ea"/>
              </a:rPr>
              <a:t>yourCar</a:t>
            </a:r>
            <a:r>
              <a:rPr lang="ko-KR" altLang="en-US" sz="1800" dirty="0">
                <a:latin typeface="+mn-ea"/>
              </a:rPr>
              <a:t>를 생성합니다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    Car </a:t>
            </a:r>
            <a:r>
              <a:rPr lang="en-US" altLang="ko-KR" sz="1800" dirty="0" err="1">
                <a:latin typeface="+mn-ea"/>
              </a:rPr>
              <a:t>yourCar</a:t>
            </a:r>
            <a:r>
              <a:rPr lang="en-US" altLang="ko-KR" sz="1800" dirty="0">
                <a:latin typeface="+mn-ea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  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</a:rPr>
              <a:t>}</a:t>
            </a: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426641410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소멸자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sz="1800" b="1" dirty="0" err="1">
                <a:latin typeface="+mn-ea"/>
              </a:rPr>
              <a:t>소멸자</a:t>
            </a:r>
            <a:r>
              <a:rPr lang="ko-KR" altLang="en-US" sz="1800" b="1" dirty="0">
                <a:latin typeface="+mn-ea"/>
              </a:rPr>
              <a:t> </a:t>
            </a:r>
            <a:r>
              <a:rPr lang="en-US" altLang="ko-KR" sz="48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(~)</a:t>
            </a:r>
            <a:endParaRPr lang="en-US" altLang="ko-KR" sz="18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endParaRPr lang="en-US" altLang="ko-KR" sz="1800" b="1" dirty="0">
              <a:latin typeface="+mn-ea"/>
            </a:endParaRPr>
          </a:p>
          <a:p>
            <a:pPr marL="452628" indent="-342900">
              <a:buFont typeface="+mj-lt"/>
              <a:buAutoNum type="arabicPeriod"/>
              <a:defRPr/>
            </a:pPr>
            <a:r>
              <a:rPr lang="ko-KR" altLang="en-US" sz="1800" b="1" dirty="0" err="1">
                <a:latin typeface="+mn-ea"/>
                <a:cs typeface="-윤고딕140"/>
              </a:rPr>
              <a:t>생성자는</a:t>
            </a:r>
            <a:r>
              <a:rPr lang="ko-KR" altLang="en-US" sz="1800" b="1" dirty="0">
                <a:latin typeface="+mn-ea"/>
                <a:cs typeface="-윤고딕140"/>
              </a:rPr>
              <a:t> 객체가 </a:t>
            </a:r>
            <a:r>
              <a:rPr lang="ko-KR" altLang="en-US" sz="1800" b="1" dirty="0" err="1">
                <a:latin typeface="+mn-ea"/>
                <a:cs typeface="-윤고딕140"/>
              </a:rPr>
              <a:t>생설될</a:t>
            </a:r>
            <a:r>
              <a:rPr lang="ko-KR" altLang="en-US" sz="1800" b="1" dirty="0">
                <a:latin typeface="+mn-ea"/>
                <a:cs typeface="-윤고딕140"/>
              </a:rPr>
              <a:t> 때에 자동 호출되고</a:t>
            </a:r>
            <a:r>
              <a:rPr lang="en-US" altLang="ko-KR" sz="1800" b="1" dirty="0">
                <a:latin typeface="+mn-ea"/>
                <a:cs typeface="-윤고딕140"/>
              </a:rPr>
              <a:t>, </a:t>
            </a:r>
          </a:p>
          <a:p>
            <a:pPr marL="452628" indent="-342900">
              <a:buFont typeface="+mj-lt"/>
              <a:buAutoNum type="arabicPeriod"/>
              <a:defRPr/>
            </a:pPr>
            <a:r>
              <a:rPr lang="ko-KR" altLang="en-US" sz="1800" b="1" dirty="0" err="1">
                <a:solidFill>
                  <a:srgbClr val="FF0000"/>
                </a:solidFill>
                <a:latin typeface="+mn-ea"/>
                <a:cs typeface="-윤고딕140"/>
              </a:rPr>
              <a:t>소멸자는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cs typeface="-윤고딕140"/>
              </a:rPr>
              <a:t> 객체가 소멸될 때 자동 호출됨</a:t>
            </a:r>
            <a:endParaRPr lang="en-US" altLang="ko-KR" sz="1800" b="1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452628" indent="-342900">
              <a:buFont typeface="+mj-lt"/>
              <a:buAutoNum type="arabicPeriod"/>
              <a:defRPr/>
            </a:pPr>
            <a:endParaRPr lang="en-US" altLang="ko-KR" sz="1800" b="1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28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  <a:cs typeface="-윤고딕140"/>
              </a:rPr>
              <a:t>클래스 멤버함수</a:t>
            </a:r>
            <a:endParaRPr lang="en-US" altLang="ko-KR" sz="2800" b="1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endParaRPr lang="en-US" altLang="ko-KR" sz="1800" b="1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1800" b="1" dirty="0" err="1">
                <a:solidFill>
                  <a:srgbClr val="FF0000"/>
                </a:solidFill>
                <a:latin typeface="+mn-ea"/>
                <a:cs typeface="-윤고딕140"/>
              </a:rPr>
              <a:t>생성자처럼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cs typeface="-윤고딕140"/>
              </a:rPr>
              <a:t> 클래스명과 동일</a:t>
            </a:r>
            <a:r>
              <a:rPr lang="en-US" altLang="ko-KR" sz="1800" b="1" dirty="0">
                <a:solidFill>
                  <a:srgbClr val="FF0000"/>
                </a:solidFill>
                <a:latin typeface="+mn-ea"/>
                <a:cs typeface="-윤고딕140"/>
              </a:rPr>
              <a:t>. </a:t>
            </a:r>
            <a:r>
              <a:rPr lang="ko-KR" altLang="en-US" sz="1800" b="1" dirty="0">
                <a:solidFill>
                  <a:srgbClr val="FF0000"/>
                </a:solidFill>
                <a:latin typeface="+mn-ea"/>
                <a:cs typeface="-윤고딕140"/>
              </a:rPr>
              <a:t>대신 앞에 </a:t>
            </a:r>
            <a:r>
              <a:rPr lang="en-US" altLang="ko-KR" sz="4200" b="1" dirty="0">
                <a:solidFill>
                  <a:srgbClr val="FF0000"/>
                </a:solidFill>
                <a:latin typeface="+mn-ea"/>
                <a:cs typeface="-윤고딕140"/>
              </a:rPr>
              <a:t>~</a:t>
            </a:r>
            <a:r>
              <a:rPr lang="ko-KR" altLang="en-US" sz="4200" b="1" dirty="0">
                <a:solidFill>
                  <a:srgbClr val="FF0000"/>
                </a:solidFill>
                <a:latin typeface="+mn-ea"/>
                <a:cs typeface="-윤고딕140"/>
              </a:rPr>
              <a:t>를 붙여줌</a:t>
            </a:r>
            <a:endParaRPr lang="en-US" altLang="ko-KR" sz="4200" b="1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452628" indent="-342900">
              <a:buFont typeface="+mj-lt"/>
              <a:buAutoNum type="arabicPeriod"/>
            </a:pPr>
            <a:endParaRPr lang="en-US" altLang="ko-KR" sz="1800" b="1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3500" b="1" dirty="0">
                <a:latin typeface="+mn-ea"/>
                <a:cs typeface="-윤고딕140"/>
              </a:rPr>
              <a:t>객체 소멸 시 자동 호출</a:t>
            </a:r>
          </a:p>
          <a:p>
            <a:pPr marL="452628" indent="-342900">
              <a:buFont typeface="+mj-lt"/>
              <a:buAutoNum type="arabicPeriod"/>
            </a:pPr>
            <a:endParaRPr lang="en-US" altLang="ko-KR" sz="1800" b="1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32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반환 값과 매개변수 지정 없음 </a:t>
            </a:r>
            <a:r>
              <a:rPr lang="en-US" altLang="ko-KR" sz="1800" b="1" dirty="0">
                <a:latin typeface="+mn-ea"/>
              </a:rPr>
              <a:t>(</a:t>
            </a:r>
            <a:r>
              <a:rPr lang="ko-KR" altLang="en-US" sz="1800" b="1" dirty="0">
                <a:latin typeface="+mn-ea"/>
              </a:rPr>
              <a:t>단순한 형태</a:t>
            </a:r>
            <a:r>
              <a:rPr lang="en-US" altLang="ko-KR" sz="1800" b="1" dirty="0">
                <a:latin typeface="+mn-ea"/>
              </a:rPr>
              <a:t>)</a:t>
            </a:r>
          </a:p>
          <a:p>
            <a:pPr marL="452628" indent="-342900">
              <a:buFont typeface="+mj-lt"/>
              <a:buAutoNum type="arabicPeriod"/>
            </a:pPr>
            <a:endParaRPr lang="en-US" altLang="ko-KR" sz="1800" b="1" dirty="0">
              <a:latin typeface="+mn-ea"/>
            </a:endParaRPr>
          </a:p>
          <a:p>
            <a:pPr marL="452628" indent="-342900">
              <a:buFont typeface="+mj-lt"/>
              <a:buAutoNum type="arabicPeriod"/>
            </a:pPr>
            <a:r>
              <a:rPr lang="ko-KR" altLang="en-US" sz="1800" b="1" dirty="0">
                <a:latin typeface="+mn-ea"/>
              </a:rPr>
              <a:t>객체 소멸에 대한 작업 수행 </a:t>
            </a:r>
            <a:endParaRPr lang="en-US" altLang="ko-KR" sz="1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563312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소멸자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z="1800" b="1" dirty="0" err="1">
                <a:latin typeface="+mn-ea"/>
              </a:rPr>
              <a:t>소멸자</a:t>
            </a:r>
            <a:endParaRPr lang="en-US" altLang="ko-KR" sz="1800" b="1" dirty="0">
              <a:latin typeface="+mn-ea"/>
            </a:endParaRPr>
          </a:p>
          <a:p>
            <a:endParaRPr lang="en-US" altLang="ko-KR" sz="1800" b="1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class Car{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…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  Car(); //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en-US" altLang="ko-KR" sz="1800" dirty="0">
                <a:latin typeface="+mn-ea"/>
              </a:rPr>
              <a:t> 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 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~Car(); </a:t>
            </a:r>
            <a:r>
              <a:rPr lang="en-US" altLang="ko-KR" sz="1800" dirty="0">
                <a:latin typeface="+mn-ea"/>
              </a:rPr>
              <a:t>// </a:t>
            </a:r>
            <a:r>
              <a:rPr lang="ko-KR" altLang="en-US" sz="1800" dirty="0" err="1">
                <a:latin typeface="+mn-ea"/>
              </a:rPr>
              <a:t>소멸자</a:t>
            </a:r>
            <a:endParaRPr lang="en-US" altLang="ko-KR" sz="1800" dirty="0">
              <a:latin typeface="+mn-ea"/>
            </a:endParaRP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…</a:t>
            </a:r>
          </a:p>
          <a:p>
            <a:pPr marL="109728" indent="0">
              <a:buNone/>
            </a:pPr>
            <a:r>
              <a:rPr lang="en-US" altLang="ko-KR" sz="1800" dirty="0">
                <a:latin typeface="+mn-ea"/>
              </a:rPr>
              <a:t>};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Car::Car() {    // </a:t>
            </a:r>
            <a:r>
              <a:rPr lang="ko-KR" altLang="en-US" sz="1800" dirty="0" err="1">
                <a:latin typeface="+mn-ea"/>
              </a:rPr>
              <a:t>생성자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 …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Car::~Car() {  // </a:t>
            </a:r>
            <a:r>
              <a:rPr lang="ko-KR" altLang="en-US" sz="1800" dirty="0" err="1">
                <a:latin typeface="+mn-ea"/>
              </a:rPr>
              <a:t>소멸자</a:t>
            </a: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 …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 {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…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12606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소멸자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sz="1800" b="1" dirty="0" err="1">
                <a:latin typeface="+mn-ea"/>
              </a:rPr>
              <a:t>소멸자</a:t>
            </a:r>
            <a:endParaRPr lang="en-US" altLang="ko-KR" sz="1800" b="1" dirty="0">
              <a:latin typeface="+mn-ea"/>
            </a:endParaRPr>
          </a:p>
          <a:p>
            <a:endParaRPr lang="en-US" altLang="ko-KR" sz="1800" b="1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/>
              <a:t> #include &lt;</a:t>
            </a:r>
            <a:r>
              <a:rPr lang="en-US" altLang="ko-KR" sz="1800" dirty="0" err="1"/>
              <a:t>iostream</a:t>
            </a:r>
            <a:r>
              <a:rPr lang="en-US" altLang="ko-KR" sz="1800" dirty="0"/>
              <a:t>&gt;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using namespace </a:t>
            </a:r>
            <a:r>
              <a:rPr lang="en-US" altLang="ko-KR" sz="1800" dirty="0" err="1"/>
              <a:t>std</a:t>
            </a:r>
            <a:r>
              <a:rPr lang="en-US" altLang="ko-KR" sz="1800" dirty="0"/>
              <a:t>; </a:t>
            </a:r>
          </a:p>
          <a:p>
            <a:pPr marL="109728" indent="0">
              <a:buNone/>
              <a:defRPr/>
            </a:pPr>
            <a:endParaRPr lang="en-US" altLang="ko-KR" sz="1800" dirty="0"/>
          </a:p>
          <a:p>
            <a:pPr marL="109728" indent="0">
              <a:buNone/>
              <a:defRPr/>
            </a:pPr>
            <a:r>
              <a:rPr lang="en-US" altLang="ko-KR" sz="1800" dirty="0"/>
              <a:t>class Car {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  public: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     Car();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     ~Car();  // </a:t>
            </a:r>
            <a:r>
              <a:rPr lang="ko-KR" altLang="en-US" sz="1800" dirty="0"/>
              <a:t>클래스 이름과 동일 </a:t>
            </a:r>
            <a:r>
              <a:rPr lang="en-US" altLang="ko-KR" sz="1800" dirty="0"/>
              <a:t>(~</a:t>
            </a:r>
            <a:r>
              <a:rPr lang="ko-KR" altLang="en-US" sz="1800" dirty="0"/>
              <a:t>붙임</a:t>
            </a:r>
            <a:r>
              <a:rPr lang="en-US" altLang="ko-KR" sz="1800" dirty="0"/>
              <a:t>)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};</a:t>
            </a:r>
          </a:p>
          <a:p>
            <a:pPr marL="109728" indent="0">
              <a:buNone/>
              <a:defRPr/>
            </a:pPr>
            <a:endParaRPr lang="en-US" altLang="ko-KR" sz="1800" dirty="0"/>
          </a:p>
          <a:p>
            <a:pPr marL="109728" indent="0">
              <a:buNone/>
              <a:defRPr/>
            </a:pPr>
            <a:r>
              <a:rPr lang="en-US" altLang="ko-KR" sz="1800" dirty="0"/>
              <a:t>Car::Car()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{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  </a:t>
            </a:r>
            <a:r>
              <a:rPr lang="en-US" altLang="ko-KR" sz="1800" dirty="0" err="1"/>
              <a:t>cout</a:t>
            </a:r>
            <a:r>
              <a:rPr lang="en-US" altLang="ko-KR" sz="1800" dirty="0"/>
              <a:t> &lt;&lt;</a:t>
            </a:r>
            <a:r>
              <a:rPr lang="en-US" altLang="ko-KR" sz="1800" dirty="0">
                <a:latin typeface="Arial"/>
              </a:rPr>
              <a:t>“</a:t>
            </a:r>
            <a:r>
              <a:rPr lang="ko-KR" altLang="en-US" sz="1800" dirty="0"/>
              <a:t>객체가 생성되었습니다</a:t>
            </a:r>
            <a:r>
              <a:rPr lang="en-US" altLang="ko-KR" sz="1800" dirty="0"/>
              <a:t>.</a:t>
            </a:r>
            <a:r>
              <a:rPr lang="en-US" altLang="ko-KR" sz="1800" dirty="0">
                <a:latin typeface="Arial"/>
              </a:rPr>
              <a:t>”</a:t>
            </a:r>
            <a:r>
              <a:rPr lang="en-US" altLang="ko-KR" sz="1800" dirty="0"/>
              <a:t>&lt;&lt;</a:t>
            </a:r>
            <a:r>
              <a:rPr lang="en-US" altLang="ko-KR" sz="1800" dirty="0" err="1"/>
              <a:t>endl</a:t>
            </a:r>
            <a:r>
              <a:rPr lang="en-US" altLang="ko-KR" sz="1800" dirty="0"/>
              <a:t>;</a:t>
            </a:r>
            <a:endParaRPr lang="ko-KR" altLang="en-US" sz="1800" dirty="0"/>
          </a:p>
          <a:p>
            <a:pPr marL="109728" indent="0">
              <a:buNone/>
              <a:defRPr/>
            </a:pPr>
            <a:r>
              <a:rPr lang="en-US" altLang="ko-KR" sz="1800" dirty="0"/>
              <a:t>}</a:t>
            </a:r>
          </a:p>
          <a:p>
            <a:pPr marL="109728" indent="0">
              <a:buNone/>
              <a:defRPr/>
            </a:pPr>
            <a:endParaRPr lang="en-US" altLang="ko-KR" sz="1800" dirty="0"/>
          </a:p>
          <a:p>
            <a:pPr marL="109728" indent="0">
              <a:buNone/>
              <a:defRPr/>
            </a:pPr>
            <a:r>
              <a:rPr lang="en-US" altLang="ko-KR" sz="1800" dirty="0"/>
              <a:t>Car::~Car() 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{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  </a:t>
            </a:r>
            <a:r>
              <a:rPr lang="en-US" altLang="ko-KR" sz="1800" dirty="0" err="1"/>
              <a:t>cout</a:t>
            </a:r>
            <a:r>
              <a:rPr lang="en-US" altLang="ko-KR" sz="1800" dirty="0"/>
              <a:t> &lt;&lt; </a:t>
            </a:r>
            <a:r>
              <a:rPr lang="en-US" altLang="ko-KR" sz="1800" dirty="0">
                <a:latin typeface="Arial"/>
              </a:rPr>
              <a:t>“</a:t>
            </a:r>
            <a:r>
              <a:rPr lang="ko-KR" altLang="en-US" sz="1800" dirty="0"/>
              <a:t>객체가 소멸됩니다</a:t>
            </a:r>
            <a:r>
              <a:rPr lang="en-US" altLang="ko-KR" sz="1800" dirty="0"/>
              <a:t>.</a:t>
            </a:r>
            <a:r>
              <a:rPr lang="en-US" altLang="ko-KR" sz="1800" dirty="0">
                <a:latin typeface="Arial"/>
              </a:rPr>
              <a:t>”</a:t>
            </a:r>
            <a:r>
              <a:rPr lang="en-US" altLang="ko-KR" sz="1800" dirty="0"/>
              <a:t> &lt;&lt; </a:t>
            </a:r>
            <a:r>
              <a:rPr lang="en-US" altLang="ko-KR" sz="1800" dirty="0" err="1"/>
              <a:t>endl</a:t>
            </a:r>
            <a:r>
              <a:rPr lang="en-US" altLang="ko-KR" sz="1800" dirty="0"/>
              <a:t>;</a:t>
            </a:r>
            <a:endParaRPr lang="ko-KR" altLang="en-US" sz="1800" dirty="0"/>
          </a:p>
          <a:p>
            <a:pPr marL="109728" indent="0">
              <a:buNone/>
              <a:defRPr/>
            </a:pPr>
            <a:r>
              <a:rPr lang="en-US" altLang="ko-KR" sz="1800" dirty="0"/>
              <a:t>} // </a:t>
            </a:r>
            <a:r>
              <a:rPr lang="ko-KR" altLang="en-US" sz="1800" dirty="0"/>
              <a:t>반환 값이 없음</a:t>
            </a:r>
            <a:endParaRPr lang="en-US" altLang="ko-KR" sz="1800" dirty="0"/>
          </a:p>
          <a:p>
            <a:pPr marL="109728" indent="0">
              <a:buNone/>
              <a:defRPr/>
            </a:pPr>
            <a:endParaRPr lang="en-US" altLang="ko-KR" sz="1800" dirty="0"/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511031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소멸자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err="1">
                <a:latin typeface="+mn-ea"/>
              </a:rPr>
              <a:t>소멸자</a:t>
            </a:r>
            <a:endParaRPr lang="en-US" altLang="ko-KR" sz="1800" b="1" dirty="0">
              <a:latin typeface="+mn-ea"/>
            </a:endParaRPr>
          </a:p>
          <a:p>
            <a:endParaRPr lang="en-US" altLang="ko-KR" sz="1800" b="1" dirty="0">
              <a:latin typeface="+mn-ea"/>
            </a:endParaRPr>
          </a:p>
          <a:p>
            <a:pPr marL="109728" indent="0">
              <a:buNone/>
              <a:defRPr/>
            </a:pPr>
            <a:endParaRPr lang="en-US" altLang="ko-KR" sz="1800" dirty="0"/>
          </a:p>
          <a:p>
            <a:pPr marL="109728" indent="0">
              <a:buNone/>
              <a:defRPr/>
            </a:pPr>
            <a:r>
              <a:rPr lang="en-US" altLang="ko-KR" sz="1800" dirty="0" err="1"/>
              <a:t>int</a:t>
            </a:r>
            <a:r>
              <a:rPr lang="en-US" altLang="ko-KR" sz="1800" dirty="0"/>
              <a:t> main()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{</a:t>
            </a:r>
          </a:p>
          <a:p>
            <a:pPr marL="109728" indent="0">
              <a:buNone/>
              <a:defRPr/>
            </a:pPr>
            <a:r>
              <a:rPr lang="en-US" altLang="ko-KR" sz="1800" dirty="0"/>
              <a:t>   Car nm;  // </a:t>
            </a:r>
            <a:r>
              <a:rPr lang="ko-KR" altLang="en-US" sz="1800" dirty="0"/>
              <a:t>객체 선언 시 </a:t>
            </a:r>
            <a:r>
              <a:rPr lang="ko-KR" altLang="en-US" sz="1800" dirty="0" err="1"/>
              <a:t>생성자</a:t>
            </a:r>
            <a:r>
              <a:rPr lang="ko-KR" altLang="en-US" sz="1800" dirty="0"/>
              <a:t> 호출</a:t>
            </a:r>
            <a:r>
              <a:rPr lang="en-US" altLang="ko-KR" sz="1800" dirty="0"/>
              <a:t>  </a:t>
            </a:r>
          </a:p>
          <a:p>
            <a:pPr marL="109728" indent="0">
              <a:buNone/>
              <a:defRPr/>
            </a:pPr>
            <a:endParaRPr lang="en-US" altLang="ko-KR" sz="1800" dirty="0"/>
          </a:p>
          <a:p>
            <a:pPr marL="109728" indent="0">
              <a:buNone/>
              <a:defRPr/>
            </a:pPr>
            <a:r>
              <a:rPr lang="en-US" altLang="ko-KR" sz="1800" dirty="0"/>
              <a:t>   return 0; // </a:t>
            </a:r>
            <a:r>
              <a:rPr lang="ko-KR" altLang="en-US" sz="1800" dirty="0"/>
              <a:t>객체 소멸 시 </a:t>
            </a:r>
            <a:r>
              <a:rPr lang="ko-KR" altLang="en-US" sz="1800" dirty="0" err="1"/>
              <a:t>소멸자</a:t>
            </a:r>
            <a:r>
              <a:rPr lang="ko-KR" altLang="en-US" sz="1800" dirty="0"/>
              <a:t> 호출</a:t>
            </a:r>
            <a:endParaRPr lang="en-US" altLang="ko-KR" sz="1800" dirty="0"/>
          </a:p>
          <a:p>
            <a:pPr marL="109728" indent="0">
              <a:buNone/>
              <a:defRPr/>
            </a:pPr>
            <a:r>
              <a:rPr lang="en-US" altLang="ko-KR" sz="1800" dirty="0"/>
              <a:t>}</a:t>
            </a:r>
          </a:p>
          <a:p>
            <a:pPr marL="109728" indent="0">
              <a:buNone/>
            </a:pP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47593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소멸자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z="1800" b="1" dirty="0" err="1">
                <a:latin typeface="+mn-ea"/>
              </a:rPr>
              <a:t>소멸자</a:t>
            </a:r>
            <a:endParaRPr lang="en-US" altLang="ko-KR" sz="1800" b="1" dirty="0">
              <a:latin typeface="+mn-ea"/>
            </a:endParaRPr>
          </a:p>
          <a:p>
            <a:endParaRPr lang="en-US" altLang="ko-KR" sz="1800" b="1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#include 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 </a:t>
            </a:r>
          </a:p>
          <a:p>
            <a:pPr marL="109728" indent="0"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class CLA {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private: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num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public: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	CLA();  // </a:t>
            </a:r>
            <a:r>
              <a:rPr lang="ko-KR" altLang="en-US" sz="1800" dirty="0" err="1">
                <a:latin typeface="+mn-ea"/>
              </a:rPr>
              <a:t>생성자</a:t>
            </a:r>
            <a:endParaRPr lang="ko-KR" altLang="en-US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ko-KR" altLang="en-US" sz="1800" dirty="0">
                <a:latin typeface="+mn-ea"/>
              </a:rPr>
              <a:t>	</a:t>
            </a:r>
            <a:r>
              <a:rPr lang="en-US" altLang="ko-KR" sz="1800" dirty="0">
                <a:latin typeface="+mn-ea"/>
              </a:rPr>
              <a:t>void </a:t>
            </a:r>
            <a:r>
              <a:rPr lang="en-US" altLang="ko-KR" sz="1800" dirty="0" err="1">
                <a:latin typeface="+mn-ea"/>
              </a:rPr>
              <a:t>Inter_CLA</a:t>
            </a:r>
            <a:r>
              <a:rPr lang="en-US" altLang="ko-KR" sz="1800" dirty="0">
                <a:latin typeface="+mn-ea"/>
              </a:rPr>
              <a:t>();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	~CLA();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9292940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소멸자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800" b="1" dirty="0" err="1">
                <a:latin typeface="+mn-ea"/>
              </a:rPr>
              <a:t>소멸자</a:t>
            </a:r>
            <a:endParaRPr lang="en-US" altLang="ko-KR" sz="1800" b="1" dirty="0">
              <a:latin typeface="+mn-ea"/>
            </a:endParaRPr>
          </a:p>
          <a:p>
            <a:endParaRPr lang="en-US" altLang="ko-KR" sz="1800" b="1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CLA::CLA()  // </a:t>
            </a:r>
            <a:r>
              <a:rPr lang="ko-KR" altLang="en-US" sz="1800" dirty="0">
                <a:latin typeface="+mn-ea"/>
              </a:rPr>
              <a:t>객체 선언 시 호출</a:t>
            </a: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기본 </a:t>
            </a:r>
            <a:r>
              <a:rPr lang="ko-KR" altLang="en-US" sz="1800" dirty="0" err="1">
                <a:latin typeface="+mn-ea"/>
              </a:rPr>
              <a:t>생성자를</a:t>
            </a:r>
            <a:r>
              <a:rPr lang="ko-KR" altLang="en-US" sz="1800" dirty="0">
                <a:latin typeface="+mn-ea"/>
              </a:rPr>
              <a:t> 호출하였습니다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num</a:t>
            </a:r>
            <a:r>
              <a:rPr lang="en-US" altLang="ko-KR" sz="1800" dirty="0">
                <a:latin typeface="+mn-ea"/>
              </a:rPr>
              <a:t> = 0;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}   // </a:t>
            </a:r>
            <a:r>
              <a:rPr lang="ko-KR" altLang="en-US" sz="1800" dirty="0" err="1">
                <a:latin typeface="+mn-ea"/>
              </a:rPr>
              <a:t>생성자는</a:t>
            </a:r>
            <a:r>
              <a:rPr lang="ko-KR" altLang="en-US" sz="1800" dirty="0">
                <a:latin typeface="+mn-ea"/>
              </a:rPr>
              <a:t> </a:t>
            </a:r>
            <a:r>
              <a:rPr lang="ko-KR" altLang="en-US" sz="1800" dirty="0" err="1">
                <a:latin typeface="+mn-ea"/>
              </a:rPr>
              <a:t>반환값이</a:t>
            </a:r>
            <a:r>
              <a:rPr lang="ko-KR" altLang="en-US" sz="1800" dirty="0">
                <a:latin typeface="+mn-ea"/>
              </a:rPr>
              <a:t> 없다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marL="109728" indent="0"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void CLA::</a:t>
            </a:r>
            <a:r>
              <a:rPr lang="en-US" altLang="ko-KR" sz="1800" dirty="0" err="1">
                <a:latin typeface="+mn-ea"/>
              </a:rPr>
              <a:t>Inter_CLA</a:t>
            </a:r>
            <a:r>
              <a:rPr lang="en-US" altLang="ko-KR" sz="1800" dirty="0">
                <a:latin typeface="+mn-ea"/>
              </a:rPr>
              <a:t>()   // </a:t>
            </a:r>
            <a:r>
              <a:rPr lang="ko-KR" altLang="en-US" sz="1800" dirty="0">
                <a:latin typeface="+mn-ea"/>
              </a:rPr>
              <a:t>중간 처리</a:t>
            </a: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객체 처리입니다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837907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 err="1"/>
              <a:t>소멸자</a:t>
            </a:r>
            <a:endParaRPr lang="ko-KR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z="1800" b="1" dirty="0" err="1">
                <a:latin typeface="+mn-ea"/>
              </a:rPr>
              <a:t>소멸자</a:t>
            </a:r>
            <a:endParaRPr lang="en-US" altLang="ko-KR" sz="1800" b="1" dirty="0">
              <a:latin typeface="+mn-ea"/>
            </a:endParaRPr>
          </a:p>
          <a:p>
            <a:endParaRPr lang="en-US" altLang="ko-KR" sz="1800" b="1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CLA::~CLA()  // </a:t>
            </a:r>
            <a:r>
              <a:rPr lang="ko-KR" altLang="en-US" sz="1800" dirty="0">
                <a:latin typeface="+mn-ea"/>
              </a:rPr>
              <a:t>객체 소멸 시 호출</a:t>
            </a: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 err="1">
                <a:latin typeface="+mn-ea"/>
              </a:rPr>
              <a:t>소멸자를</a:t>
            </a:r>
            <a:r>
              <a:rPr lang="ko-KR" altLang="en-US" sz="1800" dirty="0">
                <a:latin typeface="+mn-ea"/>
              </a:rPr>
              <a:t> 호출하였습니다</a:t>
            </a:r>
            <a:r>
              <a:rPr lang="en-US" altLang="ko-KR" sz="1800" dirty="0">
                <a:latin typeface="+mn-ea"/>
              </a:rPr>
              <a:t>."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}</a:t>
            </a:r>
          </a:p>
          <a:p>
            <a:pPr marL="109728" indent="0"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main()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{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	CLA nm;  // </a:t>
            </a:r>
            <a:r>
              <a:rPr lang="ko-KR" altLang="en-US" sz="1800" dirty="0" err="1">
                <a:latin typeface="+mn-ea"/>
              </a:rPr>
              <a:t>생성자</a:t>
            </a:r>
            <a:r>
              <a:rPr lang="ko-KR" altLang="en-US" sz="1800" dirty="0">
                <a:latin typeface="+mn-ea"/>
              </a:rPr>
              <a:t> 호출</a:t>
            </a: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	</a:t>
            </a:r>
            <a:r>
              <a:rPr lang="en-US" altLang="ko-KR" sz="1800" dirty="0" err="1">
                <a:latin typeface="+mn-ea"/>
              </a:rPr>
              <a:t>nm.Inter_CLA</a:t>
            </a:r>
            <a:r>
              <a:rPr lang="en-US" altLang="ko-KR" sz="1800" dirty="0">
                <a:latin typeface="+mn-ea"/>
              </a:rPr>
              <a:t>(); // </a:t>
            </a:r>
            <a:r>
              <a:rPr lang="ko-KR" altLang="en-US" sz="1800" dirty="0">
                <a:latin typeface="+mn-ea"/>
              </a:rPr>
              <a:t>중간 처리</a:t>
            </a: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	return 0; // </a:t>
            </a:r>
            <a:r>
              <a:rPr lang="ko-KR" altLang="en-US" sz="1800" dirty="0" err="1">
                <a:latin typeface="+mn-ea"/>
              </a:rPr>
              <a:t>소멸자</a:t>
            </a:r>
            <a:r>
              <a:rPr lang="ko-KR" altLang="en-US" sz="1800" dirty="0">
                <a:latin typeface="+mn-ea"/>
              </a:rPr>
              <a:t> 호출</a:t>
            </a:r>
            <a:endParaRPr lang="en-US" altLang="ko-KR" sz="1800" dirty="0">
              <a:latin typeface="+mn-ea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898395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// </a:t>
            </a:r>
            <a:r>
              <a:rPr lang="ko-KR" altLang="en-US" sz="1600" dirty="0" err="1"/>
              <a:t>백룸</a:t>
            </a:r>
            <a:r>
              <a:rPr lang="ko-KR" altLang="en-US" sz="1600" dirty="0"/>
              <a:t> 문제</a:t>
            </a:r>
            <a:r>
              <a:rPr lang="en-US" altLang="ko-KR" sz="1600" dirty="0"/>
              <a:t>2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stdlib.h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time.h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Windows.h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conio.h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55548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lnSpcReduction="1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// </a:t>
            </a:r>
            <a:r>
              <a:rPr lang="ko-KR" altLang="en-US" sz="1600" dirty="0" err="1"/>
              <a:t>백룸</a:t>
            </a:r>
            <a:r>
              <a:rPr lang="ko-KR" altLang="en-US" sz="1600" dirty="0"/>
              <a:t> 문제</a:t>
            </a:r>
            <a:r>
              <a:rPr lang="en-US" altLang="ko-KR" sz="1600" dirty="0"/>
              <a:t>2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class </a:t>
            </a:r>
            <a:r>
              <a:rPr lang="en-US" altLang="ko-KR" sz="1600" dirty="0" err="1"/>
              <a:t>BackR</a:t>
            </a:r>
            <a:r>
              <a:rPr lang="en-US" altLang="ko-KR" sz="1600" dirty="0"/>
              <a:t> { // </a:t>
            </a:r>
            <a:r>
              <a:rPr lang="ko-KR" altLang="en-US" sz="1600" dirty="0" err="1"/>
              <a:t>백룸</a:t>
            </a:r>
            <a:r>
              <a:rPr lang="ko-KR" altLang="en-US" sz="1600" dirty="0"/>
              <a:t> 문제</a:t>
            </a:r>
          </a:p>
          <a:p>
            <a:pPr marL="109728" indent="0" latinLnBrk="0">
              <a:buNone/>
            </a:pPr>
            <a:r>
              <a:rPr lang="en-US" altLang="ko-KR" sz="1600" dirty="0"/>
              <a:t>private: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back[3];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bx</a:t>
            </a:r>
            <a:r>
              <a:rPr lang="en-US" altLang="ko-KR" sz="1600" dirty="0"/>
              <a:t>;  // </a:t>
            </a:r>
            <a:r>
              <a:rPr lang="ko-KR" altLang="en-US" sz="1600" dirty="0"/>
              <a:t>이동객체 위치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ob</a:t>
            </a:r>
            <a:r>
              <a:rPr lang="en-US" altLang="ko-KR" sz="1600" dirty="0"/>
              <a:t>;  // </a:t>
            </a:r>
            <a:r>
              <a:rPr lang="ko-KR" altLang="en-US" sz="1600" dirty="0"/>
              <a:t>이동객체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char </a:t>
            </a:r>
            <a:r>
              <a:rPr lang="en-US" altLang="ko-KR" sz="1600" dirty="0" err="1"/>
              <a:t>ky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public: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BackR</a:t>
            </a:r>
            <a:r>
              <a:rPr lang="en-US" altLang="ko-KR" sz="1600" dirty="0"/>
              <a:t>(); // </a:t>
            </a:r>
            <a:r>
              <a:rPr lang="ko-KR" altLang="en-US" sz="1600" dirty="0" err="1"/>
              <a:t>생성자</a:t>
            </a:r>
            <a:endParaRPr lang="ko-KR" altLang="en-US" sz="1600" dirty="0"/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void </a:t>
            </a:r>
            <a:r>
              <a:rPr lang="en-US" altLang="ko-KR" sz="1600" dirty="0" err="1"/>
              <a:t>B_Manage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B_Left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B_Right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B_Print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~</a:t>
            </a:r>
            <a:r>
              <a:rPr lang="en-US" altLang="ko-KR" sz="1600" dirty="0" err="1"/>
              <a:t>BackR</a:t>
            </a:r>
            <a:r>
              <a:rPr lang="en-US" altLang="ko-KR" sz="1600" dirty="0"/>
              <a:t>(); // </a:t>
            </a:r>
            <a:r>
              <a:rPr lang="ko-KR" altLang="en-US" sz="1600" dirty="0" err="1"/>
              <a:t>소멸자</a:t>
            </a:r>
            <a:endParaRPr lang="ko-KR" altLang="en-US" sz="1600" dirty="0"/>
          </a:p>
          <a:p>
            <a:pPr marL="109728" indent="0" latinLnBrk="0">
              <a:buNone/>
            </a:pPr>
            <a:r>
              <a:rPr lang="en-US" altLang="ko-KR" sz="16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55846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// </a:t>
            </a:r>
            <a:r>
              <a:rPr lang="ko-KR" altLang="en-US" sz="1600" dirty="0" err="1"/>
              <a:t>백룸</a:t>
            </a:r>
            <a:r>
              <a:rPr lang="ko-KR" altLang="en-US" sz="1600" dirty="0"/>
              <a:t> 문제</a:t>
            </a:r>
            <a:r>
              <a:rPr lang="en-US" altLang="ko-KR" sz="1600" dirty="0"/>
              <a:t>2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BackR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BackR</a:t>
            </a:r>
            <a:r>
              <a:rPr lang="en-US" altLang="ko-KR" sz="1600" dirty="0"/>
              <a:t>()  // </a:t>
            </a:r>
            <a:r>
              <a:rPr lang="ko-KR" altLang="en-US" sz="1600" dirty="0"/>
              <a:t>초기화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ob</a:t>
            </a:r>
            <a:r>
              <a:rPr lang="en-US" altLang="ko-KR" sz="1600" dirty="0"/>
              <a:t> = 1;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bx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for 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= 0;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&lt; 3;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if (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== 0) back[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 = </a:t>
            </a:r>
            <a:r>
              <a:rPr lang="en-US" altLang="ko-KR" sz="1600" dirty="0" err="1"/>
              <a:t>ob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else back[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4073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// </a:t>
            </a:r>
            <a:r>
              <a:rPr lang="ko-KR" altLang="en-US" sz="1600" dirty="0" err="1"/>
              <a:t>백룸</a:t>
            </a:r>
            <a:r>
              <a:rPr lang="ko-KR" altLang="en-US" sz="1600" dirty="0"/>
              <a:t> 문제</a:t>
            </a:r>
            <a:r>
              <a:rPr lang="en-US" altLang="ko-KR" sz="1600" dirty="0"/>
              <a:t>2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BackR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B_Manage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B_Print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ky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while (</a:t>
            </a:r>
            <a:r>
              <a:rPr lang="en-US" altLang="ko-KR" sz="1600" dirty="0" err="1"/>
              <a:t>ky</a:t>
            </a:r>
            <a:r>
              <a:rPr lang="en-US" altLang="ko-KR" sz="1600" dirty="0"/>
              <a:t> != 27)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ky</a:t>
            </a:r>
            <a:r>
              <a:rPr lang="en-US" altLang="ko-KR" sz="1600" dirty="0"/>
              <a:t> = _</a:t>
            </a:r>
            <a:r>
              <a:rPr lang="en-US" altLang="ko-KR" sz="1600" dirty="0" err="1"/>
              <a:t>getch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	switch (</a:t>
            </a:r>
            <a:r>
              <a:rPr lang="en-US" altLang="ko-KR" sz="1600" dirty="0" err="1"/>
              <a:t>ky</a:t>
            </a:r>
            <a:r>
              <a:rPr lang="en-US" altLang="ko-KR" sz="1600" dirty="0"/>
              <a:t>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case 75: </a:t>
            </a:r>
            <a:r>
              <a:rPr lang="en-US" altLang="ko-KR" sz="1600" dirty="0" err="1"/>
              <a:t>B_Left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		break;</a:t>
            </a:r>
          </a:p>
          <a:p>
            <a:pPr marL="109728" indent="0" latinLnBrk="0">
              <a:buNone/>
            </a:pPr>
            <a:r>
              <a:rPr lang="en-US" altLang="ko-KR" sz="1600" dirty="0"/>
              <a:t>		case 77: </a:t>
            </a:r>
            <a:r>
              <a:rPr lang="en-US" altLang="ko-KR" sz="1600" dirty="0" err="1"/>
              <a:t>B_Right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		break;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system("</a:t>
            </a:r>
            <a:r>
              <a:rPr lang="en-US" altLang="ko-KR" sz="1600" dirty="0" err="1"/>
              <a:t>cls</a:t>
            </a:r>
            <a:r>
              <a:rPr lang="en-US" altLang="ko-KR" sz="1600" dirty="0"/>
              <a:t>");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B_Print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4895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// </a:t>
            </a:r>
            <a:r>
              <a:rPr lang="ko-KR" altLang="en-US" sz="1600" dirty="0" err="1"/>
              <a:t>백룸</a:t>
            </a:r>
            <a:r>
              <a:rPr lang="ko-KR" altLang="en-US" sz="1600" dirty="0"/>
              <a:t> 문제</a:t>
            </a:r>
            <a:r>
              <a:rPr lang="en-US" altLang="ko-KR" sz="1600" dirty="0"/>
              <a:t>2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BackR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B_Left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if (</a:t>
            </a:r>
            <a:r>
              <a:rPr lang="en-US" altLang="ko-KR" sz="1600" dirty="0" err="1"/>
              <a:t>bx</a:t>
            </a:r>
            <a:r>
              <a:rPr lang="en-US" altLang="ko-KR" sz="1600" dirty="0"/>
              <a:t> &gt;= 1) {	//</a:t>
            </a:r>
            <a:r>
              <a:rPr lang="ko-KR" altLang="en-US" sz="1600" dirty="0"/>
              <a:t>좌측이동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--</a:t>
            </a:r>
            <a:r>
              <a:rPr lang="en-US" altLang="ko-KR" sz="1600" dirty="0" err="1"/>
              <a:t>bx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back[</a:t>
            </a:r>
            <a:r>
              <a:rPr lang="en-US" altLang="ko-KR" sz="1600" dirty="0" err="1"/>
              <a:t>bx</a:t>
            </a:r>
            <a:r>
              <a:rPr lang="en-US" altLang="ko-KR" sz="1600" dirty="0"/>
              <a:t>] = </a:t>
            </a:r>
            <a:r>
              <a:rPr lang="en-US" altLang="ko-KR" sz="1600" dirty="0" err="1"/>
              <a:t>ob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back[</a:t>
            </a:r>
            <a:r>
              <a:rPr lang="en-US" altLang="ko-KR" sz="1600" dirty="0" err="1"/>
              <a:t>bx</a:t>
            </a:r>
            <a:r>
              <a:rPr lang="en-US" altLang="ko-KR" sz="1600" dirty="0"/>
              <a:t> + 1]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BackR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B_Right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	</a:t>
            </a:r>
          </a:p>
          <a:p>
            <a:pPr marL="109728" indent="0" latinLnBrk="0">
              <a:buNone/>
            </a:pPr>
            <a:r>
              <a:rPr lang="en-US" altLang="ko-KR" sz="1600" dirty="0"/>
              <a:t>	if (</a:t>
            </a:r>
            <a:r>
              <a:rPr lang="en-US" altLang="ko-KR" sz="1600" dirty="0" err="1"/>
              <a:t>bx</a:t>
            </a:r>
            <a:r>
              <a:rPr lang="en-US" altLang="ko-KR" sz="1600" dirty="0"/>
              <a:t> &lt; 2) {	  //</a:t>
            </a:r>
            <a:r>
              <a:rPr lang="ko-KR" altLang="en-US" sz="1600" dirty="0"/>
              <a:t>우측이동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/>
              <a:t>++</a:t>
            </a:r>
            <a:r>
              <a:rPr lang="en-US" altLang="ko-KR" sz="1600" dirty="0" err="1"/>
              <a:t>bx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back[</a:t>
            </a:r>
            <a:r>
              <a:rPr lang="en-US" altLang="ko-KR" sz="1600" dirty="0" err="1"/>
              <a:t>bx</a:t>
            </a:r>
            <a:r>
              <a:rPr lang="en-US" altLang="ko-KR" sz="1600" dirty="0"/>
              <a:t> - 1]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	back[</a:t>
            </a:r>
            <a:r>
              <a:rPr lang="en-US" altLang="ko-KR" sz="1600" dirty="0" err="1"/>
              <a:t>bx</a:t>
            </a:r>
            <a:r>
              <a:rPr lang="en-US" altLang="ko-KR" sz="1600" dirty="0"/>
              <a:t>] = </a:t>
            </a:r>
            <a:r>
              <a:rPr lang="en-US" altLang="ko-KR" sz="1600" dirty="0" err="1"/>
              <a:t>ob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8391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BackR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B_Print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for 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= 0;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&lt; 3;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back[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 &lt;&lt; " ";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BackR</a:t>
            </a:r>
            <a:r>
              <a:rPr lang="en-US" altLang="ko-KR" sz="1600" dirty="0"/>
              <a:t>::~</a:t>
            </a:r>
            <a:r>
              <a:rPr lang="en-US" altLang="ko-KR" sz="1600" dirty="0" err="1"/>
              <a:t>BackR</a:t>
            </a:r>
            <a:r>
              <a:rPr lang="en-US" altLang="ko-KR" sz="1600" dirty="0"/>
              <a:t>()  // </a:t>
            </a:r>
            <a:r>
              <a:rPr lang="ko-KR" altLang="en-US" sz="1600" dirty="0"/>
              <a:t>객체 해제 처리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 &lt;&lt; "Good Bye!"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9096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BackR</a:t>
            </a:r>
            <a:r>
              <a:rPr lang="en-US" altLang="ko-KR" sz="1600" dirty="0"/>
              <a:t> </a:t>
            </a:r>
            <a:r>
              <a:rPr lang="en-US" altLang="ko-KR" sz="1600" dirty="0" err="1"/>
              <a:t>br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br.B_Manage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return 0;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2373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600" b="1" dirty="0" err="1"/>
              <a:t>백룸문제</a:t>
            </a:r>
            <a:r>
              <a:rPr lang="en-US" altLang="ko-KR" sz="1600" b="1" dirty="0"/>
              <a:t>2</a:t>
            </a:r>
          </a:p>
          <a:p>
            <a:pPr lvl="1" latinLnBrk="0"/>
            <a:r>
              <a:rPr lang="ko-KR" altLang="en-US" sz="1600" b="1" dirty="0"/>
              <a:t>우측으로 계속 이동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밑에 숫자 변환 출력</a:t>
            </a:r>
            <a:r>
              <a:rPr lang="en-US" altLang="ko-KR" sz="1600" b="1" dirty="0"/>
              <a:t>)</a:t>
            </a:r>
          </a:p>
          <a:p>
            <a:pPr lvl="1" latinLnBrk="0"/>
            <a:endParaRPr lang="en-US" altLang="ko-KR" sz="1600" b="1" dirty="0"/>
          </a:p>
          <a:p>
            <a:pPr lvl="1" latinLnBrk="0"/>
            <a:r>
              <a:rPr lang="ko-KR" altLang="en-US" sz="1600" b="1" dirty="0"/>
              <a:t>좌측으로 계속 이동 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밑에 숫자 변환 출력</a:t>
            </a:r>
            <a:r>
              <a:rPr lang="en-US" altLang="ko-KR" sz="1600" b="1" dirty="0"/>
              <a:t>)</a:t>
            </a:r>
            <a:r>
              <a:rPr lang="ko-KR" altLang="en-US" sz="1600" b="1" dirty="0"/>
              <a:t> </a:t>
            </a:r>
            <a:endParaRPr lang="en-US" altLang="ko-KR" sz="1600" b="1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/>
              <a:t>연습 프로그램</a:t>
            </a:r>
            <a:br>
              <a:rPr lang="en-US" altLang="ko-KR" sz="2800" dirty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30362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863</TotalTime>
  <Words>1322</Words>
  <Application>Microsoft Office PowerPoint</Application>
  <PresentationFormat>화면 슬라이드 쇼(4:3)</PresentationFormat>
  <Paragraphs>345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굴림</vt:lpstr>
      <vt:lpstr>Arial</vt:lpstr>
      <vt:lpstr>Lucida Sans Unicode</vt:lpstr>
      <vt:lpstr>Verdana</vt:lpstr>
      <vt:lpstr>Wingdings 2</vt:lpstr>
      <vt:lpstr>Wingdings 3</vt:lpstr>
      <vt:lpstr>광장</vt:lpstr>
      <vt:lpstr>생성자와 소멸자</vt:lpstr>
      <vt:lpstr>내용</vt:lpstr>
      <vt:lpstr>생성자</vt:lpstr>
      <vt:lpstr>생성자</vt:lpstr>
      <vt:lpstr>생성자</vt:lpstr>
      <vt:lpstr>생성자</vt:lpstr>
      <vt:lpstr>생성자</vt:lpstr>
      <vt:lpstr>생성자</vt:lpstr>
      <vt:lpstr>생성자</vt:lpstr>
      <vt:lpstr>생성자</vt:lpstr>
      <vt:lpstr>생성자</vt:lpstr>
      <vt:lpstr>소멸자</vt:lpstr>
      <vt:lpstr>소멸자</vt:lpstr>
      <vt:lpstr>소멸자</vt:lpstr>
      <vt:lpstr>소멸자</vt:lpstr>
      <vt:lpstr>소멸자</vt:lpstr>
      <vt:lpstr>소멸자</vt:lpstr>
      <vt:lpstr>소멸자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수찬 이</cp:lastModifiedBy>
  <cp:revision>117</cp:revision>
  <dcterms:created xsi:type="dcterms:W3CDTF">2015-04-10T01:14:42Z</dcterms:created>
  <dcterms:modified xsi:type="dcterms:W3CDTF">2024-11-05T05:39:34Z</dcterms:modified>
</cp:coreProperties>
</file>