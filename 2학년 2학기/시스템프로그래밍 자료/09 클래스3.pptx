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sldIdLst>
    <p:sldId id="259" r:id="rId2"/>
    <p:sldId id="364" r:id="rId3"/>
    <p:sldId id="432" r:id="rId4"/>
    <p:sldId id="433" r:id="rId5"/>
    <p:sldId id="434" r:id="rId6"/>
    <p:sldId id="435" r:id="rId7"/>
    <p:sldId id="436" r:id="rId8"/>
    <p:sldId id="437" r:id="rId9"/>
    <p:sldId id="438" r:id="rId10"/>
    <p:sldId id="439" r:id="rId11"/>
    <p:sldId id="440" r:id="rId12"/>
    <p:sldId id="441" r:id="rId13"/>
    <p:sldId id="442" r:id="rId14"/>
    <p:sldId id="443" r:id="rId15"/>
    <p:sldId id="444" r:id="rId16"/>
    <p:sldId id="374" r:id="rId17"/>
    <p:sldId id="424" r:id="rId18"/>
    <p:sldId id="431" r:id="rId19"/>
    <p:sldId id="425" r:id="rId20"/>
    <p:sldId id="426" r:id="rId21"/>
    <p:sldId id="427" r:id="rId22"/>
    <p:sldId id="428" r:id="rId23"/>
    <p:sldId id="429" r:id="rId24"/>
    <p:sldId id="430" r:id="rId25"/>
    <p:sldId id="285" r:id="rId26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3" d="100"/>
          <a:sy n="103" d="100"/>
        </p:scale>
        <p:origin x="1020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각 삼각형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제목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17" name="부제목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ko-KR" altLang="en-US" smtClean="0"/>
              <a:t>마스터 부제목 스타일 편집</a:t>
            </a:r>
            <a:endParaRPr kumimoji="0" lang="en-US"/>
          </a:p>
        </p:txBody>
      </p:sp>
      <p:grpSp>
        <p:nvGrpSpPr>
          <p:cNvPr id="2" name="그룹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자유형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8" name="자유형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1" name="자유형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/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직선 연결선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날짜 개체 틀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FDC3ACBB-4309-45E7-A0CE-9D4E9C4CF5F6}" type="datetimeFigureOut">
              <a:rPr lang="ko-KR" altLang="en-US" smtClean="0"/>
              <a:t>2024-10-23</a:t>
            </a:fld>
            <a:endParaRPr lang="ko-KR" altLang="en-US"/>
          </a:p>
        </p:txBody>
      </p:sp>
      <p:sp>
        <p:nvSpPr>
          <p:cNvPr id="19" name="바닥글 개체 틀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ko-KR" altLang="en-US"/>
          </a:p>
        </p:txBody>
      </p:sp>
      <p:sp>
        <p:nvSpPr>
          <p:cNvPr id="27" name="슬라이드 번호 개체 틀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6DD4A251-C6C2-42AA-82F3-4D3174E227ED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3ACBB-4309-45E7-A0CE-9D4E9C4CF5F6}" type="datetimeFigureOut">
              <a:rPr lang="ko-KR" altLang="en-US" smtClean="0"/>
              <a:t>2024-10-23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4A251-C6C2-42AA-82F3-4D3174E227ED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제목 6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3ACBB-4309-45E7-A0CE-9D4E9C4CF5F6}" type="datetimeFigureOut">
              <a:rPr lang="ko-KR" altLang="en-US" smtClean="0"/>
              <a:t>2024-10-23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4A251-C6C2-42AA-82F3-4D3174E227ED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갈매기형 수장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8" name="갈매기형 수장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3ACBB-4309-45E7-A0CE-9D4E9C4CF5F6}" type="datetimeFigureOut">
              <a:rPr lang="ko-KR" altLang="en-US" smtClean="0"/>
              <a:t>2024-10-23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4A251-C6C2-42AA-82F3-4D3174E227ED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제목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비교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ko-KR" altLang="en-US" smtClean="0"/>
              <a:t>마스터 텍스트 스타일을 편집합니다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ko-KR" altLang="en-US" smtClean="0"/>
              <a:t>마스터 텍스트 스타일을 편집합니다</a:t>
            </a:r>
          </a:p>
        </p:txBody>
      </p:sp>
      <p:sp>
        <p:nvSpPr>
          <p:cNvPr id="5" name="내용 개체 틀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3ACBB-4309-45E7-A0CE-9D4E9C4CF5F6}" type="datetimeFigureOut">
              <a:rPr lang="ko-KR" altLang="en-US" smtClean="0"/>
              <a:t>2024-10-23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4A251-C6C2-42AA-82F3-4D3174E227ED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3ACBB-4309-45E7-A0CE-9D4E9C4CF5F6}" type="datetimeFigureOut">
              <a:rPr lang="ko-KR" altLang="en-US" smtClean="0"/>
              <a:t>2024-10-23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4A251-C6C2-42AA-82F3-4D3174E227ED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3ACBB-4309-45E7-A0CE-9D4E9C4CF5F6}" type="datetimeFigureOut">
              <a:rPr lang="ko-KR" altLang="en-US" smtClean="0"/>
              <a:t>2024-10-23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4A251-C6C2-42AA-82F3-4D3174E227ED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/>
          <a:p>
            <a:fld id="{FDC3ACBB-4309-45E7-A0CE-9D4E9C4CF5F6}" type="datetimeFigureOut">
              <a:rPr lang="ko-KR" altLang="en-US" smtClean="0"/>
              <a:t>2024-10-23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4A251-C6C2-42AA-82F3-4D3174E227ED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ko-KR" altLang="en-US" smtClean="0"/>
              <a:t>마스터 텍스트 스타일을 편집합니다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ko-KR" altLang="en-US" smtClean="0"/>
              <a:t>그림을 추가하려면 아이콘을 클릭하십시오</a:t>
            </a:r>
            <a:endParaRPr kumimoji="0" lang="en-US" dirty="0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FDC3ACBB-4309-45E7-A0CE-9D4E9C4CF5F6}" type="datetimeFigureOut">
              <a:rPr lang="ko-KR" altLang="en-US" smtClean="0"/>
              <a:t>2024-10-23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6DD4A251-C6C2-42AA-82F3-4D3174E227ED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8" name="자유형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자유형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직각 삼각형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1" name="직선 연결선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갈매기형 수장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13" name="갈매기형 수장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/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3ACBB-4309-45E7-A0CE-9D4E9C4CF5F6}" type="datetimeFigureOut">
              <a:rPr lang="ko-KR" altLang="en-US" smtClean="0"/>
              <a:t>2024-10-23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4A251-C6C2-42AA-82F3-4D3174E227ED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/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/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3ACBB-4309-45E7-A0CE-9D4E9C4CF5F6}" type="datetimeFigureOut">
              <a:rPr lang="ko-KR" altLang="en-US" smtClean="0"/>
              <a:t>2024-10-23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4A251-C6C2-42AA-82F3-4D3174E227ED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제목, 텍스트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246D359F-9A96-4952-A86C-3E81D78107E0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5835268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2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자유형 11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직각 삼각형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4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5" name="직선 연결선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제목 개체 틀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30" name="텍스트 개체 틀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kumimoji="0" lang="ko-KR" altLang="en-US" smtClean="0"/>
              <a:t>둘째 수준</a:t>
            </a:r>
          </a:p>
          <a:p>
            <a:pPr lvl="2" eaLnBrk="1" latinLnBrk="0" hangingPunct="1"/>
            <a:r>
              <a:rPr kumimoji="0" lang="ko-KR" altLang="en-US" smtClean="0"/>
              <a:t>셋째 수준</a:t>
            </a:r>
          </a:p>
          <a:p>
            <a:pPr lvl="3" eaLnBrk="1" latinLnBrk="0" hangingPunct="1"/>
            <a:r>
              <a:rPr kumimoji="0" lang="ko-KR" altLang="en-US" smtClean="0"/>
              <a:t>넷째 수준</a:t>
            </a:r>
          </a:p>
          <a:p>
            <a:pPr lvl="4" eaLnBrk="1" latinLnBrk="0" hangingPunct="1"/>
            <a:r>
              <a:rPr kumimoji="0" lang="ko-KR" altLang="en-US" smtClean="0"/>
              <a:t>다섯째 수준</a:t>
            </a:r>
            <a:endParaRPr kumimoji="0" lang="en-US"/>
          </a:p>
        </p:txBody>
      </p:sp>
      <p:sp>
        <p:nvSpPr>
          <p:cNvPr id="10" name="날짜 개체 틀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FDC3ACBB-4309-45E7-A0CE-9D4E9C4CF5F6}" type="datetimeFigureOut">
              <a:rPr lang="ko-KR" altLang="en-US" smtClean="0"/>
              <a:t>2024-10-23</a:t>
            </a:fld>
            <a:endParaRPr lang="ko-KR" altLang="en-US"/>
          </a:p>
        </p:txBody>
      </p:sp>
      <p:sp>
        <p:nvSpPr>
          <p:cNvPr id="22" name="바닥글 개체 틀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ko-KR" altLang="en-US"/>
          </a:p>
        </p:txBody>
      </p:sp>
      <p:sp>
        <p:nvSpPr>
          <p:cNvPr id="18" name="슬라이드 번호 개체 틀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6DD4A251-C6C2-42AA-82F3-4D3174E227ED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rtl="0" eaLnBrk="1" latinLnBrk="1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1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1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1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1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1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1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1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1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1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ko-KR" altLang="en-US" sz="3200" dirty="0" smtClean="0"/>
              <a:t>클래스</a:t>
            </a:r>
            <a:r>
              <a:rPr lang="en-US" altLang="ko-KR" sz="3200" dirty="0" smtClean="0"/>
              <a:t>3</a:t>
            </a:r>
            <a:endParaRPr lang="ko-KR" altLang="en-US" sz="3200" dirty="0"/>
          </a:p>
        </p:txBody>
      </p:sp>
    </p:spTree>
    <p:extLst>
      <p:ext uri="{BB962C8B-B14F-4D97-AF65-F5344CB8AC3E}">
        <p14:creationId xmlns:p14="http://schemas.microsoft.com/office/powerpoint/2010/main" val="35250587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ko-KR" altLang="en-US" sz="2800" dirty="0" smtClean="0"/>
              <a:t>내용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kumimoji="0" lang="ko-KR" altLang="en-US" sz="2000" dirty="0" smtClean="0"/>
              <a:t>클래스 구조 </a:t>
            </a:r>
            <a:r>
              <a:rPr kumimoji="0" lang="en-US" altLang="ko-KR" sz="2000" dirty="0" smtClean="0"/>
              <a:t>(</a:t>
            </a:r>
            <a:r>
              <a:rPr kumimoji="0" lang="ko-KR" altLang="en-US" sz="2000" dirty="0" smtClean="0"/>
              <a:t>정리</a:t>
            </a:r>
            <a:r>
              <a:rPr kumimoji="0" lang="en-US" altLang="ko-KR" sz="2000" dirty="0" smtClean="0"/>
              <a:t>)</a:t>
            </a:r>
          </a:p>
          <a:p>
            <a:pPr eaLnBrk="1" hangingPunct="1"/>
            <a:endParaRPr kumimoji="0" lang="en-US" altLang="ko-KR" sz="2000" dirty="0" smtClean="0"/>
          </a:p>
          <a:p>
            <a:pPr eaLnBrk="1" hangingPunct="1"/>
            <a:endParaRPr lang="en-US" altLang="ko-KR" sz="2000" dirty="0"/>
          </a:p>
          <a:p>
            <a:pPr eaLnBrk="1" hangingPunct="1"/>
            <a:r>
              <a:rPr kumimoji="0" lang="ko-KR" altLang="en-US" sz="2000" dirty="0" smtClean="0"/>
              <a:t>동적 메모리</a:t>
            </a:r>
            <a:endParaRPr kumimoji="0" lang="en-US" altLang="ko-KR" sz="2000" dirty="0" smtClean="0"/>
          </a:p>
          <a:p>
            <a:pPr eaLnBrk="1" hangingPunct="1"/>
            <a:endParaRPr lang="en-US" altLang="ko-KR" sz="2000" dirty="0" smtClean="0"/>
          </a:p>
          <a:p>
            <a:pPr eaLnBrk="1" hangingPunct="1"/>
            <a:endParaRPr lang="en-US" altLang="ko-KR" sz="2000" dirty="0"/>
          </a:p>
          <a:p>
            <a:pPr eaLnBrk="1" hangingPunct="1"/>
            <a:r>
              <a:rPr kumimoji="0" lang="ko-KR" altLang="en-US" sz="2000" dirty="0" smtClean="0"/>
              <a:t>동적 메모리 할당과 해제</a:t>
            </a:r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8876657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fld id="{4730955B-818F-496B-8002-6FF7534D7568}" type="slidenum">
              <a:rPr lang="en-US" altLang="ko-KR" sz="1200">
                <a:solidFill>
                  <a:schemeClr val="bg1"/>
                </a:solidFill>
                <a:latin typeface="Tahoma" panose="020B0604030504040204" pitchFamily="34" charset="0"/>
              </a:rPr>
              <a:pPr eaLnBrk="1" hangingPunct="1"/>
              <a:t>3</a:t>
            </a:fld>
            <a:endParaRPr lang="en-US" altLang="ko-KR" sz="1200">
              <a:solidFill>
                <a:schemeClr val="bg1"/>
              </a:solidFill>
              <a:latin typeface="Tahoma" panose="020B0604030504040204" pitchFamily="34" charset="0"/>
            </a:endParaRPr>
          </a:p>
        </p:txBody>
      </p:sp>
      <p:sp>
        <p:nvSpPr>
          <p:cNvPr id="98306" name="Rectangle 1026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0609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ko-KR" altLang="en-US" sz="2800" dirty="0" smtClean="0"/>
              <a:t>클래스 구조</a:t>
            </a:r>
          </a:p>
        </p:txBody>
      </p:sp>
      <p:sp>
        <p:nvSpPr>
          <p:cNvPr id="4100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152400" y="1066800"/>
            <a:ext cx="8686800" cy="5334000"/>
          </a:xfrm>
        </p:spPr>
        <p:txBody>
          <a:bodyPr>
            <a:normAutofit/>
          </a:bodyPr>
          <a:lstStyle/>
          <a:p>
            <a:r>
              <a:rPr lang="ko-KR" altLang="en-US" sz="1700" dirty="0" smtClean="0"/>
              <a:t>클래스 만들기</a:t>
            </a:r>
            <a:endParaRPr lang="en-US" altLang="ko-KR" sz="1700" dirty="0" smtClean="0"/>
          </a:p>
          <a:p>
            <a:endParaRPr lang="en-US" altLang="ko-KR" sz="1700" dirty="0"/>
          </a:p>
          <a:p>
            <a:pPr marL="109728" indent="0">
              <a:buNone/>
            </a:pPr>
            <a:r>
              <a:rPr lang="en-US" altLang="ko-KR" sz="1700" dirty="0" smtClean="0">
                <a:solidFill>
                  <a:srgbClr val="FF0000"/>
                </a:solidFill>
              </a:rPr>
              <a:t>class </a:t>
            </a:r>
            <a:r>
              <a:rPr lang="ko-KR" altLang="en-US" sz="1700" dirty="0" smtClean="0">
                <a:solidFill>
                  <a:srgbClr val="FF0000"/>
                </a:solidFill>
              </a:rPr>
              <a:t>클래스</a:t>
            </a:r>
            <a:r>
              <a:rPr lang="en-US" altLang="ko-KR" sz="1700" dirty="0" smtClean="0">
                <a:solidFill>
                  <a:srgbClr val="FF0000"/>
                </a:solidFill>
              </a:rPr>
              <a:t> </a:t>
            </a:r>
            <a:r>
              <a:rPr lang="ko-KR" altLang="en-US" sz="1700" dirty="0" smtClean="0">
                <a:solidFill>
                  <a:srgbClr val="FF0000"/>
                </a:solidFill>
              </a:rPr>
              <a:t>이름 </a:t>
            </a:r>
            <a:r>
              <a:rPr lang="en-US" altLang="ko-KR" sz="1700" dirty="0" smtClean="0">
                <a:solidFill>
                  <a:srgbClr val="FF0000"/>
                </a:solidFill>
              </a:rPr>
              <a:t>{</a:t>
            </a:r>
          </a:p>
          <a:p>
            <a:pPr marL="109728" indent="0">
              <a:buNone/>
            </a:pPr>
            <a:r>
              <a:rPr lang="ko-KR" altLang="en-US" sz="1700" dirty="0" smtClean="0">
                <a:solidFill>
                  <a:srgbClr val="FF0000"/>
                </a:solidFill>
              </a:rPr>
              <a:t>접근 지정자</a:t>
            </a:r>
            <a:r>
              <a:rPr lang="en-US" altLang="ko-KR" sz="1700" dirty="0" smtClean="0">
                <a:solidFill>
                  <a:srgbClr val="FF0000"/>
                </a:solidFill>
              </a:rPr>
              <a:t>:</a:t>
            </a:r>
            <a:r>
              <a:rPr lang="en-US" altLang="ko-KR" sz="1700" dirty="0" smtClean="0"/>
              <a:t>	    // </a:t>
            </a:r>
            <a:r>
              <a:rPr lang="ko-KR" altLang="en-US" sz="1700" dirty="0" smtClean="0"/>
              <a:t>멤버 </a:t>
            </a:r>
            <a:r>
              <a:rPr lang="ko-KR" altLang="en-US" sz="1700" dirty="0" err="1" smtClean="0"/>
              <a:t>선언부</a:t>
            </a:r>
            <a:endParaRPr lang="en-US" altLang="ko-KR" sz="1700" dirty="0"/>
          </a:p>
          <a:p>
            <a:pPr marL="109728" indent="0">
              <a:buNone/>
            </a:pPr>
            <a:r>
              <a:rPr lang="en-US" altLang="ko-KR" sz="1700" dirty="0" smtClean="0"/>
              <a:t>	</a:t>
            </a:r>
            <a:r>
              <a:rPr lang="ko-KR" altLang="en-US" sz="1700" dirty="0" smtClean="0">
                <a:solidFill>
                  <a:srgbClr val="FF0000"/>
                </a:solidFill>
              </a:rPr>
              <a:t>멤버 </a:t>
            </a:r>
            <a:r>
              <a:rPr lang="ko-KR" altLang="en-US" sz="1700" dirty="0" err="1" smtClean="0">
                <a:solidFill>
                  <a:srgbClr val="FF0000"/>
                </a:solidFill>
              </a:rPr>
              <a:t>변수부</a:t>
            </a:r>
            <a:r>
              <a:rPr lang="en-US" altLang="ko-KR" sz="1700" dirty="0" smtClean="0">
                <a:solidFill>
                  <a:srgbClr val="FF0000"/>
                </a:solidFill>
              </a:rPr>
              <a:t>;</a:t>
            </a:r>
          </a:p>
          <a:p>
            <a:pPr marL="109728" indent="0">
              <a:buNone/>
            </a:pPr>
            <a:r>
              <a:rPr lang="en-US" altLang="ko-KR" sz="1700" dirty="0">
                <a:solidFill>
                  <a:srgbClr val="FF0000"/>
                </a:solidFill>
              </a:rPr>
              <a:t> </a:t>
            </a:r>
            <a:r>
              <a:rPr lang="en-US" altLang="ko-KR" sz="1700" dirty="0" smtClean="0">
                <a:solidFill>
                  <a:srgbClr val="FF0000"/>
                </a:solidFill>
              </a:rPr>
              <a:t>           </a:t>
            </a:r>
            <a:r>
              <a:rPr lang="ko-KR" altLang="en-US" sz="1700" dirty="0" smtClean="0">
                <a:solidFill>
                  <a:srgbClr val="FF0000"/>
                </a:solidFill>
              </a:rPr>
              <a:t>멤버 </a:t>
            </a:r>
            <a:r>
              <a:rPr lang="ko-KR" altLang="en-US" sz="1700" dirty="0" err="1" smtClean="0">
                <a:solidFill>
                  <a:srgbClr val="FF0000"/>
                </a:solidFill>
              </a:rPr>
              <a:t>함수부</a:t>
            </a:r>
            <a:r>
              <a:rPr lang="en-US" altLang="ko-KR" sz="1700" dirty="0" smtClean="0">
                <a:solidFill>
                  <a:srgbClr val="FF0000"/>
                </a:solidFill>
              </a:rPr>
              <a:t>;</a:t>
            </a:r>
          </a:p>
          <a:p>
            <a:pPr marL="109728" indent="0">
              <a:buNone/>
            </a:pPr>
            <a:r>
              <a:rPr lang="en-US" altLang="ko-KR" sz="1700" dirty="0" smtClean="0">
                <a:solidFill>
                  <a:srgbClr val="FF0000"/>
                </a:solidFill>
              </a:rPr>
              <a:t>};</a:t>
            </a:r>
          </a:p>
          <a:p>
            <a:pPr marL="109728" indent="0">
              <a:buNone/>
            </a:pPr>
            <a:endParaRPr lang="en-US" altLang="ko-KR" sz="1700" dirty="0"/>
          </a:p>
          <a:p>
            <a:pPr marL="109728" indent="0">
              <a:buNone/>
            </a:pPr>
            <a:r>
              <a:rPr lang="ko-KR" altLang="en-US" sz="1700" dirty="0" smtClean="0">
                <a:solidFill>
                  <a:srgbClr val="FF0000"/>
                </a:solidFill>
              </a:rPr>
              <a:t>멤버 함수 기술부</a:t>
            </a:r>
            <a:r>
              <a:rPr lang="en-US" altLang="ko-KR" sz="1700" dirty="0" smtClean="0">
                <a:solidFill>
                  <a:srgbClr val="FF0000"/>
                </a:solidFill>
              </a:rPr>
              <a:t>;    </a:t>
            </a:r>
            <a:r>
              <a:rPr lang="en-US" altLang="ko-KR" sz="1700" dirty="0" smtClean="0"/>
              <a:t>// </a:t>
            </a:r>
            <a:r>
              <a:rPr lang="ko-KR" altLang="en-US" sz="1700" dirty="0" smtClean="0"/>
              <a:t>멤버 기술부</a:t>
            </a:r>
            <a:endParaRPr lang="en-US" altLang="ko-KR" sz="1700" dirty="0" smtClean="0"/>
          </a:p>
          <a:p>
            <a:pPr marL="109728" indent="0">
              <a:buNone/>
            </a:pPr>
            <a:endParaRPr lang="ko-KR" altLang="en-US" sz="1700" dirty="0" smtClean="0"/>
          </a:p>
        </p:txBody>
      </p:sp>
    </p:spTree>
    <p:extLst>
      <p:ext uri="{BB962C8B-B14F-4D97-AF65-F5344CB8AC3E}">
        <p14:creationId xmlns:p14="http://schemas.microsoft.com/office/powerpoint/2010/main" val="35672476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fld id="{4730955B-818F-496B-8002-6FF7534D7568}" type="slidenum">
              <a:rPr lang="en-US" altLang="ko-KR" sz="1200">
                <a:solidFill>
                  <a:schemeClr val="bg1"/>
                </a:solidFill>
                <a:latin typeface="Tahoma" panose="020B0604030504040204" pitchFamily="34" charset="0"/>
              </a:rPr>
              <a:pPr eaLnBrk="1" hangingPunct="1"/>
              <a:t>4</a:t>
            </a:fld>
            <a:endParaRPr lang="en-US" altLang="ko-KR" sz="1200">
              <a:solidFill>
                <a:schemeClr val="bg1"/>
              </a:solidFill>
              <a:latin typeface="Tahoma" panose="020B0604030504040204" pitchFamily="34" charset="0"/>
            </a:endParaRPr>
          </a:p>
        </p:txBody>
      </p:sp>
      <p:sp>
        <p:nvSpPr>
          <p:cNvPr id="98306" name="Rectangle 1026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0609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ko-KR" altLang="en-US" sz="2800" dirty="0" smtClean="0"/>
              <a:t>클래스 구조</a:t>
            </a:r>
          </a:p>
        </p:txBody>
      </p:sp>
      <p:sp>
        <p:nvSpPr>
          <p:cNvPr id="4100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152400" y="1066800"/>
            <a:ext cx="8686800" cy="5334000"/>
          </a:xfrm>
        </p:spPr>
        <p:txBody>
          <a:bodyPr>
            <a:normAutofit fontScale="92500" lnSpcReduction="10000"/>
          </a:bodyPr>
          <a:lstStyle/>
          <a:p>
            <a:r>
              <a:rPr lang="ko-KR" altLang="en-US" sz="1700" dirty="0" smtClean="0"/>
              <a:t>클래스 만들기 </a:t>
            </a:r>
            <a:r>
              <a:rPr lang="en-US" altLang="ko-KR" sz="1700" dirty="0" smtClean="0"/>
              <a:t>(</a:t>
            </a:r>
            <a:r>
              <a:rPr lang="ko-KR" altLang="en-US" sz="1700" dirty="0" smtClean="0"/>
              <a:t>예</a:t>
            </a:r>
            <a:r>
              <a:rPr lang="en-US" altLang="ko-KR" sz="1700" dirty="0" smtClean="0"/>
              <a:t>)</a:t>
            </a:r>
          </a:p>
          <a:p>
            <a:pPr marL="109728" indent="0">
              <a:buNone/>
            </a:pPr>
            <a:endParaRPr lang="en-US" altLang="ko-KR" sz="1700" dirty="0"/>
          </a:p>
          <a:p>
            <a:pPr marL="109728" indent="0">
              <a:buNone/>
            </a:pPr>
            <a:r>
              <a:rPr lang="en-US" altLang="ko-KR" sz="1700" dirty="0" smtClean="0"/>
              <a:t>#include&lt;</a:t>
            </a:r>
            <a:r>
              <a:rPr lang="en-US" altLang="ko-KR" sz="1700" dirty="0" err="1" smtClean="0"/>
              <a:t>iostream</a:t>
            </a:r>
            <a:r>
              <a:rPr lang="en-US" altLang="ko-KR" sz="1700" dirty="0" smtClean="0"/>
              <a:t>&gt;</a:t>
            </a:r>
          </a:p>
          <a:p>
            <a:pPr marL="109728" indent="0">
              <a:buNone/>
            </a:pPr>
            <a:r>
              <a:rPr lang="en-US" altLang="ko-KR" sz="1700" dirty="0" smtClean="0"/>
              <a:t>…</a:t>
            </a:r>
          </a:p>
          <a:p>
            <a:pPr marL="109728" indent="0">
              <a:buNone/>
            </a:pPr>
            <a:r>
              <a:rPr lang="en-US" altLang="ko-KR" sz="1700" dirty="0" smtClean="0"/>
              <a:t>class CLA</a:t>
            </a:r>
            <a:r>
              <a:rPr lang="ko-KR" altLang="en-US" sz="1700" dirty="0" smtClean="0"/>
              <a:t> </a:t>
            </a:r>
            <a:r>
              <a:rPr lang="en-US" altLang="ko-KR" sz="1700" dirty="0" smtClean="0"/>
              <a:t>{</a:t>
            </a:r>
          </a:p>
          <a:p>
            <a:pPr marL="109728" indent="0">
              <a:buNone/>
            </a:pPr>
            <a:r>
              <a:rPr lang="en-US" altLang="ko-KR" sz="1700" dirty="0"/>
              <a:t>p</a:t>
            </a:r>
            <a:r>
              <a:rPr lang="en-US" altLang="ko-KR" sz="1700" dirty="0" smtClean="0"/>
              <a:t>ublic:	    // </a:t>
            </a:r>
            <a:r>
              <a:rPr lang="ko-KR" altLang="en-US" sz="1700" dirty="0" smtClean="0"/>
              <a:t>멤버 </a:t>
            </a:r>
            <a:r>
              <a:rPr lang="ko-KR" altLang="en-US" sz="1700" dirty="0" err="1" smtClean="0"/>
              <a:t>선언부</a:t>
            </a:r>
            <a:endParaRPr lang="en-US" altLang="ko-KR" sz="1700" dirty="0"/>
          </a:p>
          <a:p>
            <a:pPr marL="109728" indent="0">
              <a:buNone/>
            </a:pPr>
            <a:r>
              <a:rPr lang="en-US" altLang="ko-KR" sz="1700" dirty="0" smtClean="0"/>
              <a:t>	</a:t>
            </a:r>
            <a:r>
              <a:rPr lang="en-US" altLang="ko-KR" sz="1700" dirty="0" err="1" smtClean="0"/>
              <a:t>int</a:t>
            </a:r>
            <a:r>
              <a:rPr lang="en-US" altLang="ko-KR" sz="1700" dirty="0" smtClean="0"/>
              <a:t> nm;</a:t>
            </a:r>
          </a:p>
          <a:p>
            <a:pPr marL="109728" indent="0">
              <a:buNone/>
            </a:pPr>
            <a:r>
              <a:rPr lang="en-US" altLang="ko-KR" sz="1700" dirty="0"/>
              <a:t>	</a:t>
            </a:r>
            <a:r>
              <a:rPr lang="en-US" altLang="ko-KR" sz="1700" dirty="0" smtClean="0"/>
              <a:t>…</a:t>
            </a:r>
          </a:p>
          <a:p>
            <a:pPr marL="109728" indent="0">
              <a:buNone/>
            </a:pPr>
            <a:r>
              <a:rPr lang="en-US" altLang="ko-KR" sz="1700" dirty="0"/>
              <a:t> </a:t>
            </a:r>
            <a:r>
              <a:rPr lang="en-US" altLang="ko-KR" sz="1700" dirty="0" smtClean="0"/>
              <a:t>           void </a:t>
            </a:r>
            <a:r>
              <a:rPr lang="en-US" altLang="ko-KR" sz="1700" dirty="0" err="1" smtClean="0"/>
              <a:t>Cal_Print</a:t>
            </a:r>
            <a:r>
              <a:rPr lang="en-US" altLang="ko-KR" sz="1700" dirty="0" smtClean="0"/>
              <a:t>();</a:t>
            </a:r>
          </a:p>
          <a:p>
            <a:pPr marL="109728" indent="0">
              <a:buNone/>
            </a:pPr>
            <a:r>
              <a:rPr lang="en-US" altLang="ko-KR" sz="1700" dirty="0"/>
              <a:t>	</a:t>
            </a:r>
            <a:r>
              <a:rPr lang="en-US" altLang="ko-KR" sz="1700" dirty="0" smtClean="0"/>
              <a:t>…</a:t>
            </a:r>
          </a:p>
          <a:p>
            <a:pPr marL="109728" indent="0">
              <a:buNone/>
            </a:pPr>
            <a:r>
              <a:rPr lang="en-US" altLang="ko-KR" sz="1700" dirty="0" smtClean="0"/>
              <a:t>};</a:t>
            </a:r>
          </a:p>
          <a:p>
            <a:pPr marL="109728" indent="0">
              <a:buNone/>
            </a:pPr>
            <a:endParaRPr lang="en-US" altLang="ko-KR" sz="1700" dirty="0"/>
          </a:p>
          <a:p>
            <a:pPr marL="109728" indent="0">
              <a:buNone/>
            </a:pPr>
            <a:r>
              <a:rPr lang="en-US" altLang="ko-KR" sz="1700" dirty="0" smtClean="0"/>
              <a:t>void CLA::</a:t>
            </a:r>
            <a:r>
              <a:rPr lang="en-US" altLang="ko-KR" sz="1700" dirty="0" err="1" smtClean="0"/>
              <a:t>Cal_Print</a:t>
            </a:r>
            <a:r>
              <a:rPr lang="en-US" altLang="ko-KR" sz="1700" smtClean="0"/>
              <a:t>()    </a:t>
            </a:r>
            <a:r>
              <a:rPr lang="en-US" altLang="ko-KR" sz="1700" dirty="0" smtClean="0"/>
              <a:t>// </a:t>
            </a:r>
            <a:r>
              <a:rPr lang="ko-KR" altLang="en-US" sz="1700" dirty="0" smtClean="0"/>
              <a:t>멤버 기술부</a:t>
            </a:r>
            <a:endParaRPr lang="en-US" altLang="ko-KR" sz="1700" dirty="0" smtClean="0"/>
          </a:p>
          <a:p>
            <a:pPr marL="109728" indent="0">
              <a:buNone/>
            </a:pPr>
            <a:r>
              <a:rPr lang="en-US" altLang="ko-KR" sz="1700" dirty="0" smtClean="0"/>
              <a:t>…</a:t>
            </a:r>
          </a:p>
          <a:p>
            <a:pPr marL="109728" indent="0">
              <a:buNone/>
            </a:pPr>
            <a:endParaRPr lang="en-US" altLang="ko-KR" sz="1700" dirty="0" smtClean="0"/>
          </a:p>
          <a:p>
            <a:pPr marL="109728" indent="0">
              <a:buNone/>
            </a:pPr>
            <a:r>
              <a:rPr lang="en-US" altLang="ko-KR" sz="1700" dirty="0" err="1" smtClean="0"/>
              <a:t>int</a:t>
            </a:r>
            <a:r>
              <a:rPr lang="en-US" altLang="ko-KR" sz="1700" dirty="0" smtClean="0"/>
              <a:t> main()</a:t>
            </a:r>
          </a:p>
          <a:p>
            <a:pPr marL="109728" indent="0">
              <a:buNone/>
            </a:pPr>
            <a:r>
              <a:rPr lang="en-US" altLang="ko-KR" sz="1700" dirty="0" smtClean="0"/>
              <a:t>{</a:t>
            </a:r>
          </a:p>
          <a:p>
            <a:pPr marL="109728" indent="0">
              <a:buNone/>
            </a:pPr>
            <a:r>
              <a:rPr lang="en-US" altLang="ko-KR" sz="1700" dirty="0" smtClean="0"/>
              <a:t>…</a:t>
            </a:r>
            <a:endParaRPr lang="en-US" altLang="ko-KR" sz="1700" dirty="0"/>
          </a:p>
          <a:p>
            <a:pPr marL="109728" indent="0">
              <a:buNone/>
            </a:pPr>
            <a:r>
              <a:rPr lang="en-US" altLang="ko-KR" sz="1700" dirty="0" smtClean="0"/>
              <a:t>}</a:t>
            </a:r>
            <a:endParaRPr lang="ko-KR" altLang="en-US" sz="1700" dirty="0" smtClean="0"/>
          </a:p>
        </p:txBody>
      </p:sp>
    </p:spTree>
    <p:extLst>
      <p:ext uri="{BB962C8B-B14F-4D97-AF65-F5344CB8AC3E}">
        <p14:creationId xmlns:p14="http://schemas.microsoft.com/office/powerpoint/2010/main" val="2465268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fld id="{4730955B-818F-496B-8002-6FF7534D7568}" type="slidenum">
              <a:rPr lang="en-US" altLang="ko-KR" sz="1200">
                <a:solidFill>
                  <a:schemeClr val="bg1"/>
                </a:solidFill>
                <a:latin typeface="Tahoma" panose="020B0604030504040204" pitchFamily="34" charset="0"/>
              </a:rPr>
              <a:pPr eaLnBrk="1" hangingPunct="1"/>
              <a:t>5</a:t>
            </a:fld>
            <a:endParaRPr lang="en-US" altLang="ko-KR" sz="1200">
              <a:solidFill>
                <a:schemeClr val="bg1"/>
              </a:solidFill>
              <a:latin typeface="Tahoma" panose="020B0604030504040204" pitchFamily="34" charset="0"/>
            </a:endParaRPr>
          </a:p>
        </p:txBody>
      </p:sp>
      <p:sp>
        <p:nvSpPr>
          <p:cNvPr id="98306" name="Rectangle 1026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0609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ko-KR" altLang="en-US" sz="2800" dirty="0" smtClean="0"/>
              <a:t>클래스 구조</a:t>
            </a:r>
          </a:p>
        </p:txBody>
      </p:sp>
      <p:sp>
        <p:nvSpPr>
          <p:cNvPr id="4100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152400" y="1066800"/>
            <a:ext cx="8686800" cy="5334000"/>
          </a:xfrm>
        </p:spPr>
        <p:txBody>
          <a:bodyPr>
            <a:normAutofit/>
          </a:bodyPr>
          <a:lstStyle/>
          <a:p>
            <a:r>
              <a:rPr lang="ko-KR" altLang="en-US" sz="1700" dirty="0" smtClean="0"/>
              <a:t>클래스 만들기</a:t>
            </a:r>
            <a:endParaRPr lang="en-US" altLang="ko-KR" sz="1700" dirty="0" smtClean="0"/>
          </a:p>
          <a:p>
            <a:endParaRPr lang="en-US" altLang="ko-KR" sz="1700" dirty="0" smtClean="0"/>
          </a:p>
          <a:p>
            <a:pPr marL="452628" indent="-342900">
              <a:buFont typeface="+mj-lt"/>
              <a:buAutoNum type="arabicPeriod"/>
            </a:pPr>
            <a:r>
              <a:rPr lang="ko-KR" altLang="en-US" sz="1700" dirty="0" smtClean="0"/>
              <a:t>모든 객체 관련 </a:t>
            </a:r>
            <a:r>
              <a:rPr lang="ko-KR" altLang="en-US" sz="1700" dirty="0" smtClean="0">
                <a:solidFill>
                  <a:srgbClr val="FF0000"/>
                </a:solidFill>
              </a:rPr>
              <a:t>함수는 클래스 내</a:t>
            </a:r>
            <a:r>
              <a:rPr lang="ko-KR" altLang="en-US" sz="1700" dirty="0" smtClean="0"/>
              <a:t>에 기술한다</a:t>
            </a:r>
            <a:r>
              <a:rPr lang="en-US" altLang="ko-KR" sz="1700" dirty="0" smtClean="0"/>
              <a:t>.</a:t>
            </a:r>
          </a:p>
          <a:p>
            <a:pPr marL="452628" indent="-342900">
              <a:buFont typeface="+mj-lt"/>
              <a:buAutoNum type="arabicPeriod"/>
            </a:pPr>
            <a:r>
              <a:rPr lang="ko-KR" altLang="en-US" sz="1700" dirty="0" smtClean="0"/>
              <a:t>멤버 함수는 </a:t>
            </a:r>
            <a:r>
              <a:rPr lang="ko-KR" altLang="en-US" sz="1700" dirty="0" smtClean="0">
                <a:solidFill>
                  <a:srgbClr val="FF0000"/>
                </a:solidFill>
              </a:rPr>
              <a:t>멤버 변수</a:t>
            </a:r>
            <a:r>
              <a:rPr lang="ko-KR" altLang="en-US" sz="1700" dirty="0" smtClean="0"/>
              <a:t>를 </a:t>
            </a:r>
            <a:r>
              <a:rPr lang="ko-KR" altLang="en-US" sz="1700" dirty="0" smtClean="0">
                <a:solidFill>
                  <a:srgbClr val="FF0000"/>
                </a:solidFill>
              </a:rPr>
              <a:t>전역변수처럼</a:t>
            </a:r>
            <a:r>
              <a:rPr lang="ko-KR" altLang="en-US" sz="1700" dirty="0" smtClean="0"/>
              <a:t> 사용한다</a:t>
            </a:r>
            <a:r>
              <a:rPr lang="en-US" altLang="ko-KR" sz="1700" dirty="0" smtClean="0"/>
              <a:t>.</a:t>
            </a:r>
          </a:p>
          <a:p>
            <a:pPr marL="452628" indent="-342900">
              <a:buFont typeface="+mj-lt"/>
              <a:buAutoNum type="arabicPeriod"/>
            </a:pPr>
            <a:r>
              <a:rPr lang="ko-KR" altLang="en-US" sz="1700" dirty="0" smtClean="0"/>
              <a:t>여러 멤버 함수를 조정하는 </a:t>
            </a:r>
            <a:r>
              <a:rPr lang="ko-KR" altLang="en-US" sz="1700" dirty="0" smtClean="0">
                <a:solidFill>
                  <a:srgbClr val="FF0000"/>
                </a:solidFill>
              </a:rPr>
              <a:t>가상 </a:t>
            </a:r>
            <a:r>
              <a:rPr lang="en-US" altLang="ko-KR" sz="1700" dirty="0" smtClean="0">
                <a:solidFill>
                  <a:srgbClr val="FF0000"/>
                </a:solidFill>
              </a:rPr>
              <a:t>main (</a:t>
            </a:r>
            <a:r>
              <a:rPr lang="ko-KR" altLang="en-US" sz="1700" dirty="0" smtClean="0">
                <a:solidFill>
                  <a:srgbClr val="FF0000"/>
                </a:solidFill>
              </a:rPr>
              <a:t>혹은 </a:t>
            </a:r>
            <a:r>
              <a:rPr lang="en-US" altLang="ko-KR" sz="1700" dirty="0" smtClean="0">
                <a:solidFill>
                  <a:srgbClr val="FF0000"/>
                </a:solidFill>
              </a:rPr>
              <a:t>manage) </a:t>
            </a:r>
            <a:r>
              <a:rPr lang="ko-KR" altLang="en-US" sz="1700" dirty="0" smtClean="0">
                <a:solidFill>
                  <a:srgbClr val="FF0000"/>
                </a:solidFill>
              </a:rPr>
              <a:t>함수</a:t>
            </a:r>
            <a:r>
              <a:rPr lang="ko-KR" altLang="en-US" sz="1700" dirty="0" smtClean="0"/>
              <a:t>를 둔다</a:t>
            </a:r>
            <a:r>
              <a:rPr lang="en-US" altLang="ko-KR" sz="1700" dirty="0" smtClean="0"/>
              <a:t>. </a:t>
            </a:r>
            <a:r>
              <a:rPr lang="ko-KR" altLang="en-US" sz="1700" dirty="0" smtClean="0"/>
              <a:t> </a:t>
            </a:r>
            <a:endParaRPr lang="en-US" altLang="ko-KR" sz="1700" dirty="0"/>
          </a:p>
        </p:txBody>
      </p:sp>
    </p:spTree>
    <p:extLst>
      <p:ext uri="{BB962C8B-B14F-4D97-AF65-F5344CB8AC3E}">
        <p14:creationId xmlns:p14="http://schemas.microsoft.com/office/powerpoint/2010/main" val="7513751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fld id="{4730955B-818F-496B-8002-6FF7534D7568}" type="slidenum">
              <a:rPr lang="en-US" altLang="ko-KR" sz="1200">
                <a:solidFill>
                  <a:schemeClr val="bg1"/>
                </a:solidFill>
                <a:latin typeface="Tahoma" panose="020B0604030504040204" pitchFamily="34" charset="0"/>
              </a:rPr>
              <a:pPr eaLnBrk="1" hangingPunct="1"/>
              <a:t>6</a:t>
            </a:fld>
            <a:endParaRPr lang="en-US" altLang="ko-KR" sz="1200">
              <a:solidFill>
                <a:schemeClr val="bg1"/>
              </a:solidFill>
              <a:latin typeface="Tahoma" panose="020B0604030504040204" pitchFamily="34" charset="0"/>
            </a:endParaRPr>
          </a:p>
        </p:txBody>
      </p:sp>
      <p:sp>
        <p:nvSpPr>
          <p:cNvPr id="98306" name="Rectangle 1026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0609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ko-KR" altLang="en-US" sz="2800" dirty="0" smtClean="0"/>
              <a:t>클래스 구조</a:t>
            </a:r>
          </a:p>
        </p:txBody>
      </p:sp>
      <p:sp>
        <p:nvSpPr>
          <p:cNvPr id="4100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152400" y="1066800"/>
            <a:ext cx="8686800" cy="5334000"/>
          </a:xfrm>
        </p:spPr>
        <p:txBody>
          <a:bodyPr>
            <a:normAutofit fontScale="92500" lnSpcReduction="10000"/>
          </a:bodyPr>
          <a:lstStyle/>
          <a:p>
            <a:r>
              <a:rPr lang="ko-KR" altLang="en-US" sz="1700" dirty="0" smtClean="0"/>
              <a:t>클래스 만들기 예</a:t>
            </a:r>
            <a:endParaRPr lang="en-US" altLang="ko-KR" sz="1700" dirty="0" smtClean="0"/>
          </a:p>
          <a:p>
            <a:pPr marL="109728" indent="0">
              <a:buNone/>
            </a:pPr>
            <a:endParaRPr lang="en-US" altLang="ko-KR" sz="1700" dirty="0" smtClean="0"/>
          </a:p>
          <a:p>
            <a:pPr marL="109728" indent="0">
              <a:buNone/>
            </a:pPr>
            <a:r>
              <a:rPr lang="en-US" altLang="ko-KR" sz="1700" dirty="0"/>
              <a:t>#include&lt;</a:t>
            </a:r>
            <a:r>
              <a:rPr lang="en-US" altLang="ko-KR" sz="1700" dirty="0" err="1"/>
              <a:t>iostream</a:t>
            </a:r>
            <a:r>
              <a:rPr lang="en-US" altLang="ko-KR" sz="1700" dirty="0"/>
              <a:t>&gt;</a:t>
            </a:r>
          </a:p>
          <a:p>
            <a:pPr marL="109728" indent="0">
              <a:buNone/>
            </a:pPr>
            <a:r>
              <a:rPr lang="en-US" altLang="ko-KR" sz="1700" dirty="0"/>
              <a:t>#include&lt;string&gt;</a:t>
            </a:r>
          </a:p>
          <a:p>
            <a:pPr marL="109728" indent="0">
              <a:buNone/>
            </a:pPr>
            <a:endParaRPr lang="en-US" altLang="ko-KR" sz="1700" dirty="0"/>
          </a:p>
          <a:p>
            <a:pPr marL="109728" indent="0">
              <a:buNone/>
            </a:pPr>
            <a:r>
              <a:rPr lang="en-US" altLang="ko-KR" sz="1700" dirty="0"/>
              <a:t>using namespace </a:t>
            </a:r>
            <a:r>
              <a:rPr lang="en-US" altLang="ko-KR" sz="1700" dirty="0" err="1"/>
              <a:t>std</a:t>
            </a:r>
            <a:r>
              <a:rPr lang="en-US" altLang="ko-KR" sz="1700" dirty="0"/>
              <a:t>;</a:t>
            </a:r>
          </a:p>
          <a:p>
            <a:pPr marL="109728" indent="0">
              <a:buNone/>
            </a:pPr>
            <a:endParaRPr lang="en-US" altLang="ko-KR" sz="1700" dirty="0"/>
          </a:p>
          <a:p>
            <a:pPr marL="109728" indent="0">
              <a:buNone/>
            </a:pPr>
            <a:r>
              <a:rPr lang="en-US" altLang="ko-KR" sz="1700" dirty="0"/>
              <a:t>class CAR {</a:t>
            </a:r>
          </a:p>
          <a:p>
            <a:pPr marL="109728" indent="0">
              <a:buNone/>
            </a:pPr>
            <a:r>
              <a:rPr lang="en-US" altLang="ko-KR" sz="1700" dirty="0"/>
              <a:t>public:</a:t>
            </a:r>
          </a:p>
          <a:p>
            <a:pPr marL="109728" indent="0">
              <a:buNone/>
            </a:pPr>
            <a:r>
              <a:rPr lang="en-US" altLang="ko-KR" sz="1700" dirty="0"/>
              <a:t>	</a:t>
            </a:r>
            <a:r>
              <a:rPr lang="en-US" altLang="ko-KR" sz="1700" dirty="0" err="1"/>
              <a:t>int</a:t>
            </a:r>
            <a:r>
              <a:rPr lang="en-US" altLang="ko-KR" sz="1700" dirty="0"/>
              <a:t> </a:t>
            </a:r>
            <a:r>
              <a:rPr lang="en-US" altLang="ko-KR" sz="1700" dirty="0" err="1"/>
              <a:t>num</a:t>
            </a:r>
            <a:r>
              <a:rPr lang="en-US" altLang="ko-KR" sz="1700" dirty="0"/>
              <a:t>;</a:t>
            </a:r>
          </a:p>
          <a:p>
            <a:pPr marL="109728" indent="0">
              <a:buNone/>
            </a:pPr>
            <a:r>
              <a:rPr lang="en-US" altLang="ko-KR" sz="1700" dirty="0"/>
              <a:t>	</a:t>
            </a:r>
            <a:r>
              <a:rPr lang="en-US" altLang="ko-KR" sz="1700" dirty="0" err="1"/>
              <a:t>int</a:t>
            </a:r>
            <a:r>
              <a:rPr lang="en-US" altLang="ko-KR" sz="1700" dirty="0"/>
              <a:t> </a:t>
            </a:r>
            <a:r>
              <a:rPr lang="en-US" altLang="ko-KR" sz="1700" dirty="0" err="1"/>
              <a:t>mk_y</a:t>
            </a:r>
            <a:r>
              <a:rPr lang="en-US" altLang="ko-KR" sz="1700" dirty="0"/>
              <a:t>;</a:t>
            </a:r>
          </a:p>
          <a:p>
            <a:pPr marL="109728" indent="0">
              <a:buNone/>
            </a:pPr>
            <a:r>
              <a:rPr lang="en-US" altLang="ko-KR" sz="1700" dirty="0"/>
              <a:t>	string maker;</a:t>
            </a:r>
          </a:p>
          <a:p>
            <a:pPr marL="109728" indent="0">
              <a:buNone/>
            </a:pPr>
            <a:r>
              <a:rPr lang="en-US" altLang="ko-KR" sz="1700" dirty="0"/>
              <a:t>	</a:t>
            </a:r>
            <a:r>
              <a:rPr lang="en-US" altLang="ko-KR" sz="1700" dirty="0" err="1"/>
              <a:t>int</a:t>
            </a:r>
            <a:r>
              <a:rPr lang="en-US" altLang="ko-KR" sz="1700" dirty="0"/>
              <a:t> price;</a:t>
            </a:r>
          </a:p>
          <a:p>
            <a:pPr marL="109728" indent="0">
              <a:buNone/>
            </a:pPr>
            <a:endParaRPr lang="en-US" altLang="ko-KR" sz="1700" dirty="0"/>
          </a:p>
          <a:p>
            <a:pPr marL="109728" indent="0">
              <a:buNone/>
            </a:pPr>
            <a:r>
              <a:rPr lang="en-US" altLang="ko-KR" sz="1700" dirty="0"/>
              <a:t>	void </a:t>
            </a:r>
            <a:r>
              <a:rPr lang="en-US" altLang="ko-KR" sz="1700" dirty="0" err="1"/>
              <a:t>Car_Manage</a:t>
            </a:r>
            <a:r>
              <a:rPr lang="en-US" altLang="ko-KR" sz="1700" dirty="0"/>
              <a:t>();</a:t>
            </a:r>
          </a:p>
          <a:p>
            <a:pPr marL="109728" indent="0">
              <a:buNone/>
            </a:pPr>
            <a:r>
              <a:rPr lang="en-US" altLang="ko-KR" sz="1700" dirty="0"/>
              <a:t>	void </a:t>
            </a:r>
            <a:r>
              <a:rPr lang="en-US" altLang="ko-KR" sz="1700" dirty="0" err="1"/>
              <a:t>Set_Car</a:t>
            </a:r>
            <a:r>
              <a:rPr lang="en-US" altLang="ko-KR" sz="1700" dirty="0"/>
              <a:t>();</a:t>
            </a:r>
          </a:p>
          <a:p>
            <a:pPr marL="109728" indent="0">
              <a:buNone/>
            </a:pPr>
            <a:r>
              <a:rPr lang="en-US" altLang="ko-KR" sz="1700" dirty="0"/>
              <a:t>	void </a:t>
            </a:r>
            <a:r>
              <a:rPr lang="en-US" altLang="ko-KR" sz="1700" dirty="0" err="1"/>
              <a:t>Print_Car</a:t>
            </a:r>
            <a:r>
              <a:rPr lang="en-US" altLang="ko-KR" sz="1700" dirty="0" smtClean="0"/>
              <a:t>();</a:t>
            </a:r>
            <a:endParaRPr lang="en-US" altLang="ko-KR" sz="1700" dirty="0"/>
          </a:p>
          <a:p>
            <a:pPr marL="109728" indent="0">
              <a:buNone/>
            </a:pPr>
            <a:r>
              <a:rPr lang="en-US" altLang="ko-KR" sz="1700" dirty="0"/>
              <a:t>};</a:t>
            </a:r>
            <a:endParaRPr lang="en-US" altLang="ko-KR" sz="1700" dirty="0" smtClean="0"/>
          </a:p>
        </p:txBody>
      </p:sp>
    </p:spTree>
    <p:extLst>
      <p:ext uri="{BB962C8B-B14F-4D97-AF65-F5344CB8AC3E}">
        <p14:creationId xmlns:p14="http://schemas.microsoft.com/office/powerpoint/2010/main" val="33329142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fld id="{4730955B-818F-496B-8002-6FF7534D7568}" type="slidenum">
              <a:rPr lang="en-US" altLang="ko-KR" sz="1200">
                <a:solidFill>
                  <a:schemeClr val="bg1"/>
                </a:solidFill>
                <a:latin typeface="Tahoma" panose="020B0604030504040204" pitchFamily="34" charset="0"/>
              </a:rPr>
              <a:pPr eaLnBrk="1" hangingPunct="1"/>
              <a:t>7</a:t>
            </a:fld>
            <a:endParaRPr lang="en-US" altLang="ko-KR" sz="1200">
              <a:solidFill>
                <a:schemeClr val="bg1"/>
              </a:solidFill>
              <a:latin typeface="Tahoma" panose="020B0604030504040204" pitchFamily="34" charset="0"/>
            </a:endParaRPr>
          </a:p>
        </p:txBody>
      </p:sp>
      <p:sp>
        <p:nvSpPr>
          <p:cNvPr id="98306" name="Rectangle 1026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0609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ko-KR" altLang="en-US" sz="2800" dirty="0" smtClean="0"/>
              <a:t>클래스 구조</a:t>
            </a:r>
          </a:p>
        </p:txBody>
      </p:sp>
      <p:sp>
        <p:nvSpPr>
          <p:cNvPr id="4100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152400" y="1066800"/>
            <a:ext cx="8686800" cy="5334000"/>
          </a:xfrm>
        </p:spPr>
        <p:txBody>
          <a:bodyPr>
            <a:normAutofit/>
          </a:bodyPr>
          <a:lstStyle/>
          <a:p>
            <a:pPr marL="109728" indent="0">
              <a:buNone/>
            </a:pPr>
            <a:r>
              <a:rPr lang="en-US" altLang="ko-KR" sz="1700" dirty="0"/>
              <a:t>void CAR::</a:t>
            </a:r>
            <a:r>
              <a:rPr lang="en-US" altLang="ko-KR" sz="1700" dirty="0" err="1"/>
              <a:t>Car_Manage</a:t>
            </a:r>
            <a:r>
              <a:rPr lang="en-US" altLang="ko-KR" sz="1700" dirty="0"/>
              <a:t>()</a:t>
            </a:r>
          </a:p>
          <a:p>
            <a:pPr marL="109728" indent="0">
              <a:buNone/>
            </a:pPr>
            <a:r>
              <a:rPr lang="en-US" altLang="ko-KR" sz="1700" dirty="0"/>
              <a:t>{</a:t>
            </a:r>
          </a:p>
          <a:p>
            <a:pPr marL="109728" indent="0">
              <a:buNone/>
            </a:pPr>
            <a:r>
              <a:rPr lang="en-US" altLang="ko-KR" sz="1700" dirty="0"/>
              <a:t>	</a:t>
            </a:r>
            <a:r>
              <a:rPr lang="en-US" altLang="ko-KR" sz="1700" dirty="0" err="1"/>
              <a:t>Set_Car</a:t>
            </a:r>
            <a:r>
              <a:rPr lang="en-US" altLang="ko-KR" sz="1700" dirty="0"/>
              <a:t>();</a:t>
            </a:r>
          </a:p>
          <a:p>
            <a:pPr marL="109728" indent="0">
              <a:buNone/>
            </a:pPr>
            <a:r>
              <a:rPr lang="en-US" altLang="ko-KR" sz="1700" dirty="0"/>
              <a:t>	</a:t>
            </a:r>
            <a:r>
              <a:rPr lang="en-US" altLang="ko-KR" sz="1700" dirty="0" err="1"/>
              <a:t>Print_Car</a:t>
            </a:r>
            <a:r>
              <a:rPr lang="en-US" altLang="ko-KR" sz="1700" dirty="0"/>
              <a:t>();</a:t>
            </a:r>
          </a:p>
          <a:p>
            <a:pPr marL="109728" indent="0">
              <a:buNone/>
            </a:pPr>
            <a:r>
              <a:rPr lang="en-US" altLang="ko-KR" sz="1700" dirty="0"/>
              <a:t>}</a:t>
            </a:r>
          </a:p>
          <a:p>
            <a:pPr marL="109728" indent="0">
              <a:buNone/>
            </a:pPr>
            <a:endParaRPr lang="en-US" altLang="ko-KR" sz="1700" dirty="0"/>
          </a:p>
          <a:p>
            <a:pPr marL="109728" indent="0">
              <a:buNone/>
            </a:pPr>
            <a:r>
              <a:rPr lang="en-US" altLang="ko-KR" sz="1700" dirty="0"/>
              <a:t>void CAR::</a:t>
            </a:r>
            <a:r>
              <a:rPr lang="en-US" altLang="ko-KR" sz="1700" dirty="0" err="1"/>
              <a:t>Set_Car</a:t>
            </a:r>
            <a:r>
              <a:rPr lang="en-US" altLang="ko-KR" sz="1700" dirty="0"/>
              <a:t>()</a:t>
            </a:r>
          </a:p>
          <a:p>
            <a:pPr marL="109728" indent="0">
              <a:buNone/>
            </a:pPr>
            <a:r>
              <a:rPr lang="en-US" altLang="ko-KR" sz="1700" dirty="0"/>
              <a:t>{</a:t>
            </a:r>
          </a:p>
          <a:p>
            <a:pPr marL="109728" indent="0">
              <a:buNone/>
            </a:pPr>
            <a:r>
              <a:rPr lang="en-US" altLang="ko-KR" sz="1700" dirty="0"/>
              <a:t>	</a:t>
            </a:r>
            <a:r>
              <a:rPr lang="en-US" altLang="ko-KR" sz="1700" dirty="0" err="1"/>
              <a:t>cout</a:t>
            </a:r>
            <a:r>
              <a:rPr lang="en-US" altLang="ko-KR" sz="1700" dirty="0"/>
              <a:t> &lt;&lt; "Car Number: ";</a:t>
            </a:r>
          </a:p>
          <a:p>
            <a:pPr marL="109728" indent="0">
              <a:buNone/>
            </a:pPr>
            <a:r>
              <a:rPr lang="en-US" altLang="ko-KR" sz="1700" dirty="0"/>
              <a:t>	</a:t>
            </a:r>
            <a:r>
              <a:rPr lang="en-US" altLang="ko-KR" sz="1700" dirty="0" err="1"/>
              <a:t>cin</a:t>
            </a:r>
            <a:r>
              <a:rPr lang="en-US" altLang="ko-KR" sz="1700" dirty="0"/>
              <a:t> &gt;&gt; </a:t>
            </a:r>
            <a:r>
              <a:rPr lang="en-US" altLang="ko-KR" sz="1700" dirty="0" err="1"/>
              <a:t>num</a:t>
            </a:r>
            <a:r>
              <a:rPr lang="en-US" altLang="ko-KR" sz="1700" dirty="0"/>
              <a:t>;</a:t>
            </a:r>
          </a:p>
          <a:p>
            <a:pPr marL="109728" indent="0">
              <a:buNone/>
            </a:pPr>
            <a:r>
              <a:rPr lang="en-US" altLang="ko-KR" sz="1700" dirty="0"/>
              <a:t>	</a:t>
            </a:r>
            <a:r>
              <a:rPr lang="en-US" altLang="ko-KR" sz="1700" dirty="0" err="1"/>
              <a:t>cout</a:t>
            </a:r>
            <a:r>
              <a:rPr lang="en-US" altLang="ko-KR" sz="1700" dirty="0"/>
              <a:t> &lt;&lt; "Production Year: ";</a:t>
            </a:r>
          </a:p>
          <a:p>
            <a:pPr marL="109728" indent="0">
              <a:buNone/>
            </a:pPr>
            <a:r>
              <a:rPr lang="en-US" altLang="ko-KR" sz="1700" dirty="0"/>
              <a:t>	</a:t>
            </a:r>
            <a:r>
              <a:rPr lang="en-US" altLang="ko-KR" sz="1700" dirty="0" err="1"/>
              <a:t>cin</a:t>
            </a:r>
            <a:r>
              <a:rPr lang="en-US" altLang="ko-KR" sz="1700" dirty="0"/>
              <a:t> &gt;&gt; </a:t>
            </a:r>
            <a:r>
              <a:rPr lang="en-US" altLang="ko-KR" sz="1700" dirty="0" err="1"/>
              <a:t>mk_y</a:t>
            </a:r>
            <a:r>
              <a:rPr lang="en-US" altLang="ko-KR" sz="1700" dirty="0"/>
              <a:t>;</a:t>
            </a:r>
          </a:p>
          <a:p>
            <a:pPr marL="109728" indent="0">
              <a:buNone/>
            </a:pPr>
            <a:r>
              <a:rPr lang="en-US" altLang="ko-KR" sz="1700" dirty="0"/>
              <a:t>	</a:t>
            </a:r>
            <a:r>
              <a:rPr lang="en-US" altLang="ko-KR" sz="1700" dirty="0" err="1"/>
              <a:t>cout</a:t>
            </a:r>
            <a:r>
              <a:rPr lang="en-US" altLang="ko-KR" sz="1700" dirty="0"/>
              <a:t> &lt;&lt; "Car Maker: ";</a:t>
            </a:r>
          </a:p>
          <a:p>
            <a:pPr marL="109728" indent="0">
              <a:buNone/>
            </a:pPr>
            <a:r>
              <a:rPr lang="en-US" altLang="ko-KR" sz="1700" dirty="0"/>
              <a:t>	</a:t>
            </a:r>
            <a:r>
              <a:rPr lang="en-US" altLang="ko-KR" sz="1700" dirty="0" err="1"/>
              <a:t>cin</a:t>
            </a:r>
            <a:r>
              <a:rPr lang="en-US" altLang="ko-KR" sz="1700" dirty="0"/>
              <a:t> &gt;&gt; maker;</a:t>
            </a:r>
          </a:p>
          <a:p>
            <a:pPr marL="109728" indent="0">
              <a:buNone/>
            </a:pPr>
            <a:r>
              <a:rPr lang="en-US" altLang="ko-KR" sz="1700" dirty="0"/>
              <a:t>	</a:t>
            </a:r>
            <a:r>
              <a:rPr lang="en-US" altLang="ko-KR" sz="1700" dirty="0" err="1"/>
              <a:t>cout</a:t>
            </a:r>
            <a:r>
              <a:rPr lang="en-US" altLang="ko-KR" sz="1700" dirty="0"/>
              <a:t> &lt;&lt; "Price: ";</a:t>
            </a:r>
          </a:p>
          <a:p>
            <a:pPr marL="109728" indent="0">
              <a:buNone/>
            </a:pPr>
            <a:r>
              <a:rPr lang="en-US" altLang="ko-KR" sz="1700" dirty="0"/>
              <a:t>	</a:t>
            </a:r>
            <a:r>
              <a:rPr lang="en-US" altLang="ko-KR" sz="1700" dirty="0" err="1"/>
              <a:t>cin</a:t>
            </a:r>
            <a:r>
              <a:rPr lang="en-US" altLang="ko-KR" sz="1700" dirty="0"/>
              <a:t> &gt;&gt; price;</a:t>
            </a:r>
          </a:p>
          <a:p>
            <a:pPr marL="109728" indent="0">
              <a:buNone/>
            </a:pPr>
            <a:r>
              <a:rPr lang="en-US" altLang="ko-KR" sz="1700" dirty="0"/>
              <a:t>}</a:t>
            </a:r>
            <a:endParaRPr lang="en-US" altLang="ko-KR" sz="1700" dirty="0" smtClean="0"/>
          </a:p>
        </p:txBody>
      </p:sp>
    </p:spTree>
    <p:extLst>
      <p:ext uri="{BB962C8B-B14F-4D97-AF65-F5344CB8AC3E}">
        <p14:creationId xmlns:p14="http://schemas.microsoft.com/office/powerpoint/2010/main" val="27623293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fld id="{4730955B-818F-496B-8002-6FF7534D7568}" type="slidenum">
              <a:rPr lang="en-US" altLang="ko-KR" sz="1200">
                <a:solidFill>
                  <a:schemeClr val="bg1"/>
                </a:solidFill>
                <a:latin typeface="Tahoma" panose="020B0604030504040204" pitchFamily="34" charset="0"/>
              </a:rPr>
              <a:pPr eaLnBrk="1" hangingPunct="1"/>
              <a:t>8</a:t>
            </a:fld>
            <a:endParaRPr lang="en-US" altLang="ko-KR" sz="1200">
              <a:solidFill>
                <a:schemeClr val="bg1"/>
              </a:solidFill>
              <a:latin typeface="Tahoma" panose="020B0604030504040204" pitchFamily="34" charset="0"/>
            </a:endParaRPr>
          </a:p>
        </p:txBody>
      </p:sp>
      <p:sp>
        <p:nvSpPr>
          <p:cNvPr id="98306" name="Rectangle 1026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0609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ko-KR" altLang="en-US" sz="2800" dirty="0" smtClean="0"/>
              <a:t>클래스 구조</a:t>
            </a:r>
          </a:p>
        </p:txBody>
      </p:sp>
      <p:sp>
        <p:nvSpPr>
          <p:cNvPr id="4100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152400" y="1066800"/>
            <a:ext cx="8686800" cy="5334000"/>
          </a:xfrm>
        </p:spPr>
        <p:txBody>
          <a:bodyPr>
            <a:normAutofit/>
          </a:bodyPr>
          <a:lstStyle/>
          <a:p>
            <a:pPr marL="109728" indent="0">
              <a:buNone/>
            </a:pPr>
            <a:r>
              <a:rPr lang="en-US" altLang="ko-KR" sz="1700" dirty="0"/>
              <a:t>void CAR::</a:t>
            </a:r>
            <a:r>
              <a:rPr lang="en-US" altLang="ko-KR" sz="1700" dirty="0" err="1"/>
              <a:t>Print_Car</a:t>
            </a:r>
            <a:r>
              <a:rPr lang="en-US" altLang="ko-KR" sz="1700" dirty="0"/>
              <a:t>()</a:t>
            </a:r>
          </a:p>
          <a:p>
            <a:pPr marL="109728" indent="0">
              <a:buNone/>
            </a:pPr>
            <a:r>
              <a:rPr lang="en-US" altLang="ko-KR" sz="1700" dirty="0"/>
              <a:t>{</a:t>
            </a:r>
          </a:p>
          <a:p>
            <a:pPr marL="109728" indent="0">
              <a:buNone/>
            </a:pPr>
            <a:r>
              <a:rPr lang="en-US" altLang="ko-KR" sz="1700" dirty="0"/>
              <a:t>	</a:t>
            </a:r>
            <a:r>
              <a:rPr lang="en-US" altLang="ko-KR" sz="1700" dirty="0" err="1"/>
              <a:t>cout</a:t>
            </a:r>
            <a:r>
              <a:rPr lang="en-US" altLang="ko-KR" sz="1700" dirty="0"/>
              <a:t> &lt;&lt; </a:t>
            </a:r>
            <a:r>
              <a:rPr lang="en-US" altLang="ko-KR" sz="1700" dirty="0" err="1"/>
              <a:t>endl</a:t>
            </a:r>
            <a:r>
              <a:rPr lang="en-US" altLang="ko-KR" sz="1700" dirty="0"/>
              <a:t> &lt;&lt; "Car Number: " &lt;&lt; </a:t>
            </a:r>
            <a:r>
              <a:rPr lang="en-US" altLang="ko-KR" sz="1700" dirty="0" err="1"/>
              <a:t>num</a:t>
            </a:r>
            <a:r>
              <a:rPr lang="en-US" altLang="ko-KR" sz="1700" dirty="0"/>
              <a:t> &lt;&lt; </a:t>
            </a:r>
            <a:r>
              <a:rPr lang="en-US" altLang="ko-KR" sz="1700" dirty="0" err="1"/>
              <a:t>endl</a:t>
            </a:r>
            <a:r>
              <a:rPr lang="en-US" altLang="ko-KR" sz="1700" dirty="0"/>
              <a:t>;</a:t>
            </a:r>
          </a:p>
          <a:p>
            <a:pPr marL="109728" indent="0">
              <a:buNone/>
            </a:pPr>
            <a:r>
              <a:rPr lang="en-US" altLang="ko-KR" sz="1700" dirty="0"/>
              <a:t>	</a:t>
            </a:r>
            <a:r>
              <a:rPr lang="en-US" altLang="ko-KR" sz="1700" dirty="0" err="1"/>
              <a:t>cout</a:t>
            </a:r>
            <a:r>
              <a:rPr lang="en-US" altLang="ko-KR" sz="1700" dirty="0"/>
              <a:t> &lt;&lt; "Production Year: " &lt;&lt; </a:t>
            </a:r>
            <a:r>
              <a:rPr lang="en-US" altLang="ko-KR" sz="1700" dirty="0" err="1"/>
              <a:t>mk_y</a:t>
            </a:r>
            <a:r>
              <a:rPr lang="en-US" altLang="ko-KR" sz="1700" dirty="0"/>
              <a:t> &lt;&lt; </a:t>
            </a:r>
            <a:r>
              <a:rPr lang="en-US" altLang="ko-KR" sz="1700" dirty="0" err="1"/>
              <a:t>endl</a:t>
            </a:r>
            <a:r>
              <a:rPr lang="en-US" altLang="ko-KR" sz="1700" dirty="0"/>
              <a:t>;</a:t>
            </a:r>
          </a:p>
          <a:p>
            <a:pPr marL="109728" indent="0">
              <a:buNone/>
            </a:pPr>
            <a:r>
              <a:rPr lang="en-US" altLang="ko-KR" sz="1700" dirty="0"/>
              <a:t>	</a:t>
            </a:r>
            <a:r>
              <a:rPr lang="en-US" altLang="ko-KR" sz="1700" dirty="0" err="1"/>
              <a:t>cout</a:t>
            </a:r>
            <a:r>
              <a:rPr lang="en-US" altLang="ko-KR" sz="1700" dirty="0"/>
              <a:t> &lt;&lt; "Car Maker: " &lt;&lt; maker &lt;&lt; </a:t>
            </a:r>
            <a:r>
              <a:rPr lang="en-US" altLang="ko-KR" sz="1700" dirty="0" err="1"/>
              <a:t>endl</a:t>
            </a:r>
            <a:r>
              <a:rPr lang="en-US" altLang="ko-KR" sz="1700" dirty="0"/>
              <a:t>;</a:t>
            </a:r>
          </a:p>
          <a:p>
            <a:pPr marL="109728" indent="0">
              <a:buNone/>
            </a:pPr>
            <a:r>
              <a:rPr lang="en-US" altLang="ko-KR" sz="1700" dirty="0"/>
              <a:t>	</a:t>
            </a:r>
            <a:r>
              <a:rPr lang="en-US" altLang="ko-KR" sz="1700" dirty="0" err="1"/>
              <a:t>cout</a:t>
            </a:r>
            <a:r>
              <a:rPr lang="en-US" altLang="ko-KR" sz="1700" dirty="0"/>
              <a:t> &lt;&lt; "Price: " &lt;&lt; price &lt;&lt; "</a:t>
            </a:r>
            <a:r>
              <a:rPr lang="ko-KR" altLang="en-US" sz="1700" dirty="0"/>
              <a:t>원</a:t>
            </a:r>
            <a:r>
              <a:rPr lang="en-US" altLang="ko-KR" sz="1700" dirty="0"/>
              <a:t>" &lt;&lt; </a:t>
            </a:r>
            <a:r>
              <a:rPr lang="en-US" altLang="ko-KR" sz="1700" dirty="0" err="1"/>
              <a:t>endl</a:t>
            </a:r>
            <a:r>
              <a:rPr lang="en-US" altLang="ko-KR" sz="1700" dirty="0"/>
              <a:t>;</a:t>
            </a:r>
          </a:p>
          <a:p>
            <a:pPr marL="109728" indent="0">
              <a:buNone/>
            </a:pPr>
            <a:r>
              <a:rPr lang="en-US" altLang="ko-KR" sz="1700" dirty="0"/>
              <a:t>	</a:t>
            </a:r>
            <a:r>
              <a:rPr lang="en-US" altLang="ko-KR" sz="1700" dirty="0" err="1"/>
              <a:t>cin</a:t>
            </a:r>
            <a:r>
              <a:rPr lang="en-US" altLang="ko-KR" sz="1700" dirty="0"/>
              <a:t> &gt;&gt; price;</a:t>
            </a:r>
          </a:p>
          <a:p>
            <a:pPr marL="109728" indent="0">
              <a:buNone/>
            </a:pPr>
            <a:r>
              <a:rPr lang="en-US" altLang="ko-KR" sz="1700" dirty="0"/>
              <a:t>}</a:t>
            </a:r>
          </a:p>
          <a:p>
            <a:pPr marL="109728" indent="0">
              <a:buNone/>
            </a:pPr>
            <a:endParaRPr lang="en-US" altLang="ko-KR" sz="1700" dirty="0"/>
          </a:p>
          <a:p>
            <a:pPr marL="109728" indent="0">
              <a:buNone/>
            </a:pPr>
            <a:r>
              <a:rPr lang="en-US" altLang="ko-KR" sz="1700" dirty="0" err="1"/>
              <a:t>int</a:t>
            </a:r>
            <a:r>
              <a:rPr lang="en-US" altLang="ko-KR" sz="1700" dirty="0"/>
              <a:t> main()</a:t>
            </a:r>
          </a:p>
          <a:p>
            <a:pPr marL="109728" indent="0">
              <a:buNone/>
            </a:pPr>
            <a:r>
              <a:rPr lang="en-US" altLang="ko-KR" sz="1700" dirty="0"/>
              <a:t>{</a:t>
            </a:r>
          </a:p>
          <a:p>
            <a:pPr marL="109728" indent="0">
              <a:buNone/>
            </a:pPr>
            <a:r>
              <a:rPr lang="en-US" altLang="ko-KR" sz="1700" dirty="0"/>
              <a:t>	CAR cv;</a:t>
            </a:r>
          </a:p>
          <a:p>
            <a:pPr marL="109728" indent="0">
              <a:buNone/>
            </a:pPr>
            <a:endParaRPr lang="en-US" altLang="ko-KR" sz="1700" dirty="0"/>
          </a:p>
          <a:p>
            <a:pPr marL="109728" indent="0">
              <a:buNone/>
            </a:pPr>
            <a:r>
              <a:rPr lang="en-US" altLang="ko-KR" sz="1700" dirty="0"/>
              <a:t>	</a:t>
            </a:r>
            <a:r>
              <a:rPr lang="en-US" altLang="ko-KR" sz="1700" dirty="0" err="1"/>
              <a:t>cv.Car_Manage</a:t>
            </a:r>
            <a:r>
              <a:rPr lang="en-US" altLang="ko-KR" sz="1700" dirty="0"/>
              <a:t>();</a:t>
            </a:r>
          </a:p>
          <a:p>
            <a:pPr marL="109728" indent="0">
              <a:buNone/>
            </a:pPr>
            <a:endParaRPr lang="en-US" altLang="ko-KR" sz="1700" dirty="0"/>
          </a:p>
          <a:p>
            <a:pPr marL="109728" indent="0">
              <a:buNone/>
            </a:pPr>
            <a:r>
              <a:rPr lang="en-US" altLang="ko-KR" sz="1700" dirty="0"/>
              <a:t>	return 0;</a:t>
            </a:r>
          </a:p>
          <a:p>
            <a:pPr marL="109728" indent="0">
              <a:buNone/>
            </a:pPr>
            <a:r>
              <a:rPr lang="en-US" altLang="ko-KR" sz="1700" dirty="0"/>
              <a:t>}</a:t>
            </a:r>
            <a:endParaRPr lang="en-US" altLang="ko-KR" sz="1700" dirty="0" smtClean="0"/>
          </a:p>
        </p:txBody>
      </p:sp>
    </p:spTree>
    <p:extLst>
      <p:ext uri="{BB962C8B-B14F-4D97-AF65-F5344CB8AC3E}">
        <p14:creationId xmlns:p14="http://schemas.microsoft.com/office/powerpoint/2010/main" val="16015980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fld id="{4730955B-818F-496B-8002-6FF7534D7568}" type="slidenum">
              <a:rPr lang="en-US" altLang="ko-KR" sz="1200">
                <a:solidFill>
                  <a:schemeClr val="bg1"/>
                </a:solidFill>
                <a:latin typeface="Tahoma" panose="020B0604030504040204" pitchFamily="34" charset="0"/>
              </a:rPr>
              <a:pPr eaLnBrk="1" hangingPunct="1"/>
              <a:t>9</a:t>
            </a:fld>
            <a:endParaRPr lang="en-US" altLang="ko-KR" sz="1200">
              <a:solidFill>
                <a:schemeClr val="bg1"/>
              </a:solidFill>
              <a:latin typeface="Tahoma" panose="020B0604030504040204" pitchFamily="34" charset="0"/>
            </a:endParaRPr>
          </a:p>
        </p:txBody>
      </p:sp>
      <p:sp>
        <p:nvSpPr>
          <p:cNvPr id="98306" name="Rectangle 1026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0609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ko-KR" altLang="en-US" sz="2800" dirty="0" smtClean="0"/>
              <a:t>클래스 구조</a:t>
            </a:r>
          </a:p>
        </p:txBody>
      </p:sp>
      <p:sp>
        <p:nvSpPr>
          <p:cNvPr id="4100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152400" y="1066800"/>
            <a:ext cx="8686800" cy="5334000"/>
          </a:xfrm>
        </p:spPr>
        <p:txBody>
          <a:bodyPr>
            <a:normAutofit/>
          </a:bodyPr>
          <a:lstStyle/>
          <a:p>
            <a:r>
              <a:rPr lang="ko-KR" altLang="en-US" sz="1600" dirty="0" smtClean="0"/>
              <a:t>접근 지정자</a:t>
            </a:r>
            <a:endParaRPr lang="en-US" altLang="ko-KR" sz="1600" dirty="0" smtClean="0"/>
          </a:p>
          <a:p>
            <a:pPr lvl="1"/>
            <a:r>
              <a:rPr lang="ko-KR" altLang="en-US" sz="1600" dirty="0" smtClean="0"/>
              <a:t>클래스 내부 자산에 대한 외부 공개 지정자</a:t>
            </a:r>
            <a:endParaRPr lang="en-US" altLang="ko-KR" sz="1600" dirty="0" smtClean="0"/>
          </a:p>
          <a:p>
            <a:pPr lvl="1"/>
            <a:r>
              <a:rPr lang="ko-KR" altLang="en-US" sz="1600" dirty="0"/>
              <a:t>지정자는 </a:t>
            </a:r>
            <a:r>
              <a:rPr lang="en-US" altLang="ko-KR" sz="1600" dirty="0"/>
              <a:t>private</a:t>
            </a:r>
            <a:r>
              <a:rPr lang="ko-KR" altLang="en-US" sz="1600" dirty="0"/>
              <a:t>과 </a:t>
            </a:r>
            <a:r>
              <a:rPr lang="en-US" altLang="ko-KR" sz="1600" dirty="0"/>
              <a:t>public</a:t>
            </a:r>
          </a:p>
          <a:p>
            <a:pPr lvl="1"/>
            <a:r>
              <a:rPr lang="ko-KR" altLang="en-US" sz="1600" dirty="0" smtClean="0"/>
              <a:t>여기서 자산은 멤버 변수와 멤버 함수</a:t>
            </a:r>
            <a:endParaRPr lang="en-US" altLang="ko-KR" sz="1600" dirty="0" smtClean="0"/>
          </a:p>
          <a:p>
            <a:pPr lvl="1"/>
            <a:r>
              <a:rPr lang="ko-KR" altLang="en-US" sz="1600" dirty="0" smtClean="0"/>
              <a:t>내부란 클래스 내부를 의미하며</a:t>
            </a:r>
            <a:r>
              <a:rPr lang="en-US" altLang="ko-KR" sz="1600" dirty="0" smtClean="0"/>
              <a:t>, </a:t>
            </a:r>
            <a:r>
              <a:rPr lang="ko-KR" altLang="en-US" sz="1600" dirty="0" smtClean="0"/>
              <a:t>외부는 </a:t>
            </a:r>
            <a:r>
              <a:rPr lang="en-US" altLang="ko-KR" sz="1600" dirty="0" smtClean="0"/>
              <a:t>main </a:t>
            </a:r>
            <a:r>
              <a:rPr lang="ko-KR" altLang="en-US" sz="1600" dirty="0" smtClean="0"/>
              <a:t>함수 이하 프로그램 기술</a:t>
            </a:r>
            <a:endParaRPr lang="en-US" altLang="ko-KR" sz="1600" dirty="0" smtClean="0"/>
          </a:p>
          <a:p>
            <a:pPr lvl="1"/>
            <a:endParaRPr lang="en-US" altLang="ko-KR" sz="1600" dirty="0"/>
          </a:p>
          <a:p>
            <a:r>
              <a:rPr lang="en-US" altLang="ko-KR" sz="1600" dirty="0" smtClean="0"/>
              <a:t>Private</a:t>
            </a:r>
          </a:p>
          <a:p>
            <a:pPr lvl="1"/>
            <a:r>
              <a:rPr lang="ko-KR" altLang="en-US" sz="1600" dirty="0" smtClean="0"/>
              <a:t>자산에</a:t>
            </a:r>
            <a:r>
              <a:rPr lang="en-US" altLang="ko-KR" sz="1600" dirty="0" smtClean="0"/>
              <a:t> </a:t>
            </a:r>
            <a:r>
              <a:rPr lang="ko-KR" altLang="en-US" sz="1600" dirty="0" smtClean="0"/>
              <a:t>대해 외부 공개를 하지 않음</a:t>
            </a:r>
            <a:endParaRPr lang="en-US" altLang="ko-KR" sz="1600" dirty="0" smtClean="0"/>
          </a:p>
          <a:p>
            <a:pPr lvl="1"/>
            <a:endParaRPr lang="en-US" altLang="ko-KR" sz="1600" dirty="0"/>
          </a:p>
          <a:p>
            <a:r>
              <a:rPr lang="en-US" altLang="ko-KR" sz="1600" dirty="0" smtClean="0"/>
              <a:t>Public</a:t>
            </a:r>
          </a:p>
          <a:p>
            <a:pPr lvl="1"/>
            <a:r>
              <a:rPr lang="ko-KR" altLang="en-US" sz="1600" dirty="0" smtClean="0"/>
              <a:t>자산에 대해 외부 공개</a:t>
            </a:r>
            <a:endParaRPr lang="en-US" altLang="ko-KR" sz="1600" dirty="0" smtClean="0"/>
          </a:p>
          <a:p>
            <a:pPr lvl="1"/>
            <a:endParaRPr lang="en-US" altLang="ko-KR" sz="1600" dirty="0"/>
          </a:p>
          <a:p>
            <a:r>
              <a:rPr lang="ko-KR" altLang="en-US" sz="1600" dirty="0" smtClean="0"/>
              <a:t>자산 공개 원칙</a:t>
            </a:r>
            <a:endParaRPr lang="en-US" altLang="ko-KR" sz="1600" dirty="0" smtClean="0"/>
          </a:p>
          <a:p>
            <a:pPr lvl="1"/>
            <a:r>
              <a:rPr lang="ko-KR" altLang="en-US" sz="1600" dirty="0" smtClean="0">
                <a:solidFill>
                  <a:srgbClr val="FF0000"/>
                </a:solidFill>
              </a:rPr>
              <a:t>멤버 변수는 </a:t>
            </a:r>
            <a:r>
              <a:rPr lang="en-US" altLang="ko-KR" sz="1600" dirty="0" smtClean="0">
                <a:solidFill>
                  <a:srgbClr val="FF0000"/>
                </a:solidFill>
              </a:rPr>
              <a:t>private</a:t>
            </a:r>
            <a:r>
              <a:rPr lang="en-US" altLang="ko-KR" sz="1600" dirty="0" smtClean="0"/>
              <a:t> (</a:t>
            </a:r>
            <a:r>
              <a:rPr lang="ko-KR" altLang="en-US" sz="1600" dirty="0" smtClean="0"/>
              <a:t>차후</a:t>
            </a:r>
            <a:r>
              <a:rPr lang="en-US" altLang="ko-KR" sz="1600" dirty="0" smtClean="0"/>
              <a:t> </a:t>
            </a:r>
            <a:r>
              <a:rPr lang="ko-KR" altLang="en-US" sz="1600" dirty="0" smtClean="0"/>
              <a:t>상속에서 멤버 변수에 </a:t>
            </a:r>
            <a:r>
              <a:rPr lang="en-US" altLang="ko-KR" sz="1600" dirty="0" smtClean="0"/>
              <a:t>protected </a:t>
            </a:r>
            <a:r>
              <a:rPr lang="ko-KR" altLang="en-US" sz="1600" dirty="0" smtClean="0"/>
              <a:t>추가</a:t>
            </a:r>
            <a:r>
              <a:rPr lang="en-US" altLang="ko-KR" sz="1600" dirty="0" smtClean="0"/>
              <a:t>)</a:t>
            </a:r>
          </a:p>
          <a:p>
            <a:pPr lvl="1"/>
            <a:r>
              <a:rPr lang="ko-KR" altLang="en-US" sz="1600" dirty="0" smtClean="0">
                <a:solidFill>
                  <a:srgbClr val="FF0000"/>
                </a:solidFill>
              </a:rPr>
              <a:t>멤버</a:t>
            </a:r>
            <a:r>
              <a:rPr lang="en-US" altLang="ko-KR" sz="1600" dirty="0" smtClean="0">
                <a:solidFill>
                  <a:srgbClr val="FF0000"/>
                </a:solidFill>
              </a:rPr>
              <a:t> </a:t>
            </a:r>
            <a:r>
              <a:rPr lang="ko-KR" altLang="en-US" sz="1600" dirty="0" smtClean="0">
                <a:solidFill>
                  <a:srgbClr val="FF0000"/>
                </a:solidFill>
              </a:rPr>
              <a:t>함수는 </a:t>
            </a:r>
            <a:r>
              <a:rPr lang="en-US" altLang="ko-KR" sz="1600" dirty="0" smtClean="0">
                <a:solidFill>
                  <a:srgbClr val="FF0000"/>
                </a:solidFill>
              </a:rPr>
              <a:t>public</a:t>
            </a:r>
          </a:p>
        </p:txBody>
      </p:sp>
    </p:spTree>
    <p:extLst>
      <p:ext uri="{BB962C8B-B14F-4D97-AF65-F5344CB8AC3E}">
        <p14:creationId xmlns:p14="http://schemas.microsoft.com/office/powerpoint/2010/main" val="3452011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fld id="{4730955B-818F-496B-8002-6FF7534D7568}" type="slidenum">
              <a:rPr lang="en-US" altLang="ko-KR" sz="1200">
                <a:solidFill>
                  <a:schemeClr val="bg1"/>
                </a:solidFill>
                <a:latin typeface="Tahoma" panose="020B0604030504040204" pitchFamily="34" charset="0"/>
              </a:rPr>
              <a:pPr eaLnBrk="1" hangingPunct="1"/>
              <a:t>10</a:t>
            </a:fld>
            <a:endParaRPr lang="en-US" altLang="ko-KR" sz="1200">
              <a:solidFill>
                <a:schemeClr val="bg1"/>
              </a:solidFill>
              <a:latin typeface="Tahoma" panose="020B0604030504040204" pitchFamily="34" charset="0"/>
            </a:endParaRPr>
          </a:p>
        </p:txBody>
      </p:sp>
      <p:sp>
        <p:nvSpPr>
          <p:cNvPr id="98306" name="Rectangle 1026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0609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ko-KR" altLang="en-US" sz="2800" dirty="0" smtClean="0"/>
              <a:t>클래스 구조</a:t>
            </a:r>
          </a:p>
        </p:txBody>
      </p:sp>
      <p:sp>
        <p:nvSpPr>
          <p:cNvPr id="4100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152400" y="1066800"/>
            <a:ext cx="8686800" cy="5334000"/>
          </a:xfrm>
        </p:spPr>
        <p:txBody>
          <a:bodyPr>
            <a:normAutofit/>
          </a:bodyPr>
          <a:lstStyle/>
          <a:p>
            <a:r>
              <a:rPr lang="ko-KR" altLang="en-US" sz="1700" dirty="0" smtClean="0"/>
              <a:t>접근 지정자</a:t>
            </a:r>
            <a:endParaRPr lang="en-US" altLang="ko-KR" sz="1700" dirty="0" smtClean="0"/>
          </a:p>
          <a:p>
            <a:endParaRPr lang="en-US" altLang="ko-KR" sz="1700" dirty="0"/>
          </a:p>
          <a:p>
            <a:pPr marL="109728" indent="0">
              <a:buNone/>
            </a:pPr>
            <a:r>
              <a:rPr lang="en-US" altLang="ko-KR" sz="1700" dirty="0" smtClean="0"/>
              <a:t>class </a:t>
            </a:r>
            <a:r>
              <a:rPr lang="ko-KR" altLang="en-US" sz="1700" dirty="0" smtClean="0"/>
              <a:t>클래스</a:t>
            </a:r>
            <a:r>
              <a:rPr lang="en-US" altLang="ko-KR" sz="1700" dirty="0" smtClean="0"/>
              <a:t> </a:t>
            </a:r>
            <a:r>
              <a:rPr lang="ko-KR" altLang="en-US" sz="1700" dirty="0" smtClean="0"/>
              <a:t>이름 </a:t>
            </a:r>
            <a:r>
              <a:rPr lang="en-US" altLang="ko-KR" sz="1700" dirty="0" smtClean="0"/>
              <a:t>{</a:t>
            </a:r>
          </a:p>
          <a:p>
            <a:pPr marL="109728" indent="0">
              <a:buNone/>
            </a:pPr>
            <a:r>
              <a:rPr lang="en-US" altLang="ko-KR" sz="1700" dirty="0" smtClean="0"/>
              <a:t>private:	    // </a:t>
            </a:r>
            <a:r>
              <a:rPr lang="ko-KR" altLang="en-US" sz="1700" dirty="0" smtClean="0"/>
              <a:t>멤버 </a:t>
            </a:r>
            <a:r>
              <a:rPr lang="ko-KR" altLang="en-US" sz="1700" dirty="0" err="1" smtClean="0"/>
              <a:t>선언부</a:t>
            </a:r>
            <a:endParaRPr lang="en-US" altLang="ko-KR" sz="1700" dirty="0"/>
          </a:p>
          <a:p>
            <a:pPr marL="109728" indent="0">
              <a:buNone/>
            </a:pPr>
            <a:r>
              <a:rPr lang="en-US" altLang="ko-KR" sz="1700" dirty="0" smtClean="0"/>
              <a:t>	</a:t>
            </a:r>
            <a:r>
              <a:rPr lang="ko-KR" altLang="en-US" sz="1700" dirty="0" smtClean="0"/>
              <a:t>멤버 </a:t>
            </a:r>
            <a:r>
              <a:rPr lang="ko-KR" altLang="en-US" sz="1700" dirty="0" err="1" smtClean="0"/>
              <a:t>변수부</a:t>
            </a:r>
            <a:r>
              <a:rPr lang="en-US" altLang="ko-KR" sz="1700" dirty="0" smtClean="0"/>
              <a:t>;</a:t>
            </a:r>
          </a:p>
          <a:p>
            <a:pPr marL="109728" indent="0">
              <a:buNone/>
            </a:pPr>
            <a:r>
              <a:rPr lang="en-US" altLang="ko-KR" sz="1700" dirty="0" smtClean="0"/>
              <a:t>public:</a:t>
            </a:r>
          </a:p>
          <a:p>
            <a:pPr marL="109728" indent="0">
              <a:buNone/>
            </a:pPr>
            <a:r>
              <a:rPr lang="en-US" altLang="ko-KR" sz="1700" dirty="0"/>
              <a:t> </a:t>
            </a:r>
            <a:r>
              <a:rPr lang="en-US" altLang="ko-KR" sz="1700" dirty="0" smtClean="0"/>
              <a:t>           </a:t>
            </a:r>
            <a:r>
              <a:rPr lang="ko-KR" altLang="en-US" sz="1700" dirty="0" smtClean="0"/>
              <a:t>멤버 </a:t>
            </a:r>
            <a:r>
              <a:rPr lang="ko-KR" altLang="en-US" sz="1700" dirty="0" err="1" smtClean="0"/>
              <a:t>함수부</a:t>
            </a:r>
            <a:r>
              <a:rPr lang="en-US" altLang="ko-KR" sz="1700" dirty="0" smtClean="0"/>
              <a:t>;</a:t>
            </a:r>
          </a:p>
          <a:p>
            <a:pPr marL="109728" indent="0">
              <a:buNone/>
            </a:pPr>
            <a:r>
              <a:rPr lang="en-US" altLang="ko-KR" sz="1700" dirty="0" smtClean="0"/>
              <a:t>};</a:t>
            </a:r>
          </a:p>
          <a:p>
            <a:pPr marL="109728" indent="0">
              <a:buNone/>
            </a:pPr>
            <a:endParaRPr lang="en-US" altLang="ko-KR" sz="1700" dirty="0"/>
          </a:p>
          <a:p>
            <a:pPr marL="109728" indent="0">
              <a:buNone/>
            </a:pPr>
            <a:r>
              <a:rPr lang="ko-KR" altLang="en-US" sz="1700" dirty="0" smtClean="0"/>
              <a:t>멤버 함수</a:t>
            </a:r>
            <a:r>
              <a:rPr lang="en-US" altLang="ko-KR" sz="1700" dirty="0" smtClean="0"/>
              <a:t>;    // </a:t>
            </a:r>
            <a:r>
              <a:rPr lang="ko-KR" altLang="en-US" sz="1700" dirty="0" smtClean="0"/>
              <a:t>멤버 함수</a:t>
            </a:r>
            <a:r>
              <a:rPr lang="en-US" altLang="ko-KR" sz="1700" dirty="0"/>
              <a:t> </a:t>
            </a:r>
            <a:r>
              <a:rPr lang="ko-KR" altLang="en-US" sz="1700" dirty="0" smtClean="0"/>
              <a:t>기술</a:t>
            </a:r>
            <a:endParaRPr lang="en-US" altLang="ko-KR" sz="1700" dirty="0" smtClean="0"/>
          </a:p>
          <a:p>
            <a:pPr marL="109728" indent="0">
              <a:buNone/>
            </a:pPr>
            <a:endParaRPr lang="ko-KR" altLang="en-US" sz="1700" dirty="0" smtClean="0"/>
          </a:p>
        </p:txBody>
      </p:sp>
    </p:spTree>
    <p:extLst>
      <p:ext uri="{BB962C8B-B14F-4D97-AF65-F5344CB8AC3E}">
        <p14:creationId xmlns:p14="http://schemas.microsoft.com/office/powerpoint/2010/main" val="18401387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fld id="{4730955B-818F-496B-8002-6FF7534D7568}" type="slidenum">
              <a:rPr lang="en-US" altLang="ko-KR" sz="1200">
                <a:solidFill>
                  <a:schemeClr val="bg1"/>
                </a:solidFill>
                <a:latin typeface="Tahoma" panose="020B0604030504040204" pitchFamily="34" charset="0"/>
              </a:rPr>
              <a:pPr eaLnBrk="1" hangingPunct="1"/>
              <a:t>11</a:t>
            </a:fld>
            <a:endParaRPr lang="en-US" altLang="ko-KR" sz="1200">
              <a:solidFill>
                <a:schemeClr val="bg1"/>
              </a:solidFill>
              <a:latin typeface="Tahoma" panose="020B0604030504040204" pitchFamily="34" charset="0"/>
            </a:endParaRPr>
          </a:p>
        </p:txBody>
      </p:sp>
      <p:sp>
        <p:nvSpPr>
          <p:cNvPr id="98306" name="Rectangle 1026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0609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ko-KR" altLang="en-US" sz="2800" dirty="0" smtClean="0"/>
              <a:t>클래스 구조</a:t>
            </a:r>
          </a:p>
        </p:txBody>
      </p:sp>
      <p:sp>
        <p:nvSpPr>
          <p:cNvPr id="4100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152400" y="1066800"/>
            <a:ext cx="8686800" cy="5334000"/>
          </a:xfrm>
        </p:spPr>
        <p:txBody>
          <a:bodyPr>
            <a:normAutofit/>
          </a:bodyPr>
          <a:lstStyle/>
          <a:p>
            <a:r>
              <a:rPr lang="ko-KR" altLang="en-US" sz="1700" dirty="0" smtClean="0"/>
              <a:t>접근 지정자</a:t>
            </a:r>
            <a:endParaRPr lang="en-US" altLang="ko-KR" sz="1700" dirty="0" smtClean="0"/>
          </a:p>
          <a:p>
            <a:pPr marL="109728" indent="0">
              <a:buNone/>
            </a:pPr>
            <a:endParaRPr lang="en-US" altLang="ko-KR" sz="1700" dirty="0" smtClean="0"/>
          </a:p>
          <a:p>
            <a:pPr marL="109728" indent="0">
              <a:buNone/>
            </a:pPr>
            <a:r>
              <a:rPr lang="en-US" altLang="ko-KR" sz="1700" dirty="0" smtClean="0"/>
              <a:t>…</a:t>
            </a:r>
            <a:endParaRPr lang="en-US" altLang="ko-KR" sz="1700" dirty="0"/>
          </a:p>
          <a:p>
            <a:pPr marL="109728" indent="0">
              <a:buNone/>
            </a:pPr>
            <a:r>
              <a:rPr lang="en-US" altLang="ko-KR" sz="1700" dirty="0"/>
              <a:t>class CAR {</a:t>
            </a:r>
          </a:p>
          <a:p>
            <a:pPr marL="109728" indent="0">
              <a:buNone/>
            </a:pPr>
            <a:r>
              <a:rPr lang="en-US" altLang="ko-KR" sz="1700" dirty="0" smtClean="0"/>
              <a:t>private</a:t>
            </a:r>
            <a:r>
              <a:rPr lang="en-US" altLang="ko-KR" sz="1700" dirty="0" smtClean="0"/>
              <a:t>:</a:t>
            </a:r>
            <a:endParaRPr lang="en-US" altLang="ko-KR" sz="1700" dirty="0"/>
          </a:p>
          <a:p>
            <a:pPr marL="109728" indent="0">
              <a:buNone/>
            </a:pPr>
            <a:r>
              <a:rPr lang="en-US" altLang="ko-KR" sz="1700" dirty="0"/>
              <a:t>	</a:t>
            </a:r>
            <a:r>
              <a:rPr lang="en-US" altLang="ko-KR" sz="1700" dirty="0" err="1"/>
              <a:t>int</a:t>
            </a:r>
            <a:r>
              <a:rPr lang="en-US" altLang="ko-KR" sz="1700" dirty="0"/>
              <a:t> </a:t>
            </a:r>
            <a:r>
              <a:rPr lang="en-US" altLang="ko-KR" sz="1700" dirty="0" err="1"/>
              <a:t>num</a:t>
            </a:r>
            <a:r>
              <a:rPr lang="en-US" altLang="ko-KR" sz="1700" dirty="0"/>
              <a:t>;</a:t>
            </a:r>
          </a:p>
          <a:p>
            <a:pPr marL="109728" indent="0">
              <a:buNone/>
            </a:pPr>
            <a:r>
              <a:rPr lang="en-US" altLang="ko-KR" sz="1700" dirty="0"/>
              <a:t>	</a:t>
            </a:r>
            <a:r>
              <a:rPr lang="en-US" altLang="ko-KR" sz="1700" dirty="0" err="1"/>
              <a:t>int</a:t>
            </a:r>
            <a:r>
              <a:rPr lang="en-US" altLang="ko-KR" sz="1700" dirty="0"/>
              <a:t> </a:t>
            </a:r>
            <a:r>
              <a:rPr lang="en-US" altLang="ko-KR" sz="1700" dirty="0" err="1"/>
              <a:t>mk_y</a:t>
            </a:r>
            <a:r>
              <a:rPr lang="en-US" altLang="ko-KR" sz="1700" dirty="0"/>
              <a:t>;</a:t>
            </a:r>
          </a:p>
          <a:p>
            <a:pPr marL="109728" indent="0">
              <a:buNone/>
            </a:pPr>
            <a:r>
              <a:rPr lang="en-US" altLang="ko-KR" sz="1700" dirty="0"/>
              <a:t>	string maker;</a:t>
            </a:r>
          </a:p>
          <a:p>
            <a:pPr marL="109728" indent="0">
              <a:buNone/>
            </a:pPr>
            <a:r>
              <a:rPr lang="en-US" altLang="ko-KR" sz="1700" dirty="0"/>
              <a:t>	</a:t>
            </a:r>
            <a:r>
              <a:rPr lang="en-US" altLang="ko-KR" sz="1700" dirty="0" err="1"/>
              <a:t>int</a:t>
            </a:r>
            <a:r>
              <a:rPr lang="en-US" altLang="ko-KR" sz="1700" dirty="0"/>
              <a:t> price;</a:t>
            </a:r>
          </a:p>
          <a:p>
            <a:pPr marL="109728" indent="0">
              <a:buNone/>
            </a:pPr>
            <a:r>
              <a:rPr lang="en-US" altLang="ko-KR" sz="1700" dirty="0"/>
              <a:t>p</a:t>
            </a:r>
            <a:r>
              <a:rPr lang="en-US" altLang="ko-KR" sz="1700" dirty="0" smtClean="0"/>
              <a:t>ublic:</a:t>
            </a:r>
            <a:endParaRPr lang="en-US" altLang="ko-KR" sz="1700" dirty="0"/>
          </a:p>
          <a:p>
            <a:pPr marL="109728" indent="0">
              <a:buNone/>
            </a:pPr>
            <a:r>
              <a:rPr lang="en-US" altLang="ko-KR" sz="1700" dirty="0"/>
              <a:t>	void </a:t>
            </a:r>
            <a:r>
              <a:rPr lang="en-US" altLang="ko-KR" sz="1700" dirty="0" err="1"/>
              <a:t>Car_Manage</a:t>
            </a:r>
            <a:r>
              <a:rPr lang="en-US" altLang="ko-KR" sz="1700" dirty="0"/>
              <a:t>();</a:t>
            </a:r>
          </a:p>
          <a:p>
            <a:pPr marL="109728" indent="0">
              <a:buNone/>
            </a:pPr>
            <a:r>
              <a:rPr lang="en-US" altLang="ko-KR" sz="1700" dirty="0"/>
              <a:t>	void </a:t>
            </a:r>
            <a:r>
              <a:rPr lang="en-US" altLang="ko-KR" sz="1700" dirty="0" err="1"/>
              <a:t>Set_Car</a:t>
            </a:r>
            <a:r>
              <a:rPr lang="en-US" altLang="ko-KR" sz="1700" dirty="0"/>
              <a:t>();</a:t>
            </a:r>
          </a:p>
          <a:p>
            <a:pPr marL="109728" indent="0">
              <a:buNone/>
            </a:pPr>
            <a:r>
              <a:rPr lang="en-US" altLang="ko-KR" sz="1700" dirty="0"/>
              <a:t>	void </a:t>
            </a:r>
            <a:r>
              <a:rPr lang="en-US" altLang="ko-KR" sz="1700" dirty="0" err="1"/>
              <a:t>Print_Car</a:t>
            </a:r>
            <a:r>
              <a:rPr lang="en-US" altLang="ko-KR" sz="1700" dirty="0" smtClean="0"/>
              <a:t>();</a:t>
            </a:r>
            <a:endParaRPr lang="en-US" altLang="ko-KR" sz="1700" dirty="0"/>
          </a:p>
          <a:p>
            <a:pPr marL="109728" indent="0">
              <a:buNone/>
            </a:pPr>
            <a:r>
              <a:rPr lang="en-US" altLang="ko-KR" sz="1700" dirty="0" smtClean="0"/>
              <a:t>};</a:t>
            </a:r>
          </a:p>
          <a:p>
            <a:pPr marL="109728" indent="0">
              <a:buNone/>
            </a:pPr>
            <a:r>
              <a:rPr lang="en-US" altLang="ko-KR" sz="1700" dirty="0" smtClean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8764263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fld id="{4730955B-818F-496B-8002-6FF7534D7568}" type="slidenum">
              <a:rPr lang="en-US" altLang="ko-KR" sz="1200">
                <a:solidFill>
                  <a:schemeClr val="bg1"/>
                </a:solidFill>
                <a:latin typeface="Tahoma" panose="020B0604030504040204" pitchFamily="34" charset="0"/>
              </a:rPr>
              <a:pPr eaLnBrk="1" hangingPunct="1"/>
              <a:t>12</a:t>
            </a:fld>
            <a:endParaRPr lang="en-US" altLang="ko-KR" sz="1200">
              <a:solidFill>
                <a:schemeClr val="bg1"/>
              </a:solidFill>
              <a:latin typeface="Tahoma" panose="020B0604030504040204" pitchFamily="34" charset="0"/>
            </a:endParaRPr>
          </a:p>
        </p:txBody>
      </p:sp>
      <p:sp>
        <p:nvSpPr>
          <p:cNvPr id="98306" name="Rectangle 1026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0609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ko-KR" altLang="en-US" sz="2800" dirty="0" smtClean="0"/>
              <a:t>클래스 구조</a:t>
            </a:r>
          </a:p>
        </p:txBody>
      </p:sp>
      <p:sp>
        <p:nvSpPr>
          <p:cNvPr id="4100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152400" y="1066800"/>
            <a:ext cx="8686800" cy="5334000"/>
          </a:xfrm>
        </p:spPr>
        <p:txBody>
          <a:bodyPr>
            <a:normAutofit/>
          </a:bodyPr>
          <a:lstStyle/>
          <a:p>
            <a:r>
              <a:rPr lang="en-US" altLang="ko-KR" sz="1700" dirty="0"/>
              <a:t>s</a:t>
            </a:r>
            <a:r>
              <a:rPr lang="en-US" altLang="ko-KR" sz="1700" dirty="0" smtClean="0"/>
              <a:t>etter</a:t>
            </a:r>
            <a:r>
              <a:rPr lang="ko-KR" altLang="en-US" sz="1700" dirty="0" smtClean="0"/>
              <a:t>와 </a:t>
            </a:r>
            <a:r>
              <a:rPr lang="en-US" altLang="ko-KR" sz="1700" dirty="0" smtClean="0"/>
              <a:t>getter</a:t>
            </a:r>
            <a:r>
              <a:rPr lang="ko-KR" altLang="en-US" sz="1700" dirty="0" smtClean="0"/>
              <a:t> </a:t>
            </a:r>
            <a:r>
              <a:rPr lang="ko-KR" altLang="en-US" sz="1700" dirty="0"/>
              <a:t>예</a:t>
            </a:r>
            <a:endParaRPr lang="en-US" altLang="ko-KR" sz="1700" dirty="0" smtClean="0"/>
          </a:p>
          <a:p>
            <a:pPr marL="109728" indent="0">
              <a:buNone/>
            </a:pPr>
            <a:r>
              <a:rPr lang="en-US" altLang="ko-KR" sz="1700" dirty="0"/>
              <a:t>#include&lt;</a:t>
            </a:r>
            <a:r>
              <a:rPr lang="en-US" altLang="ko-KR" sz="1700" dirty="0" err="1"/>
              <a:t>iostream</a:t>
            </a:r>
            <a:r>
              <a:rPr lang="en-US" altLang="ko-KR" sz="1700" dirty="0"/>
              <a:t>&gt;</a:t>
            </a:r>
          </a:p>
          <a:p>
            <a:pPr marL="109728" indent="0">
              <a:buNone/>
            </a:pPr>
            <a:endParaRPr lang="en-US" altLang="ko-KR" sz="1700" dirty="0"/>
          </a:p>
          <a:p>
            <a:pPr marL="109728" indent="0">
              <a:buNone/>
            </a:pPr>
            <a:r>
              <a:rPr lang="en-US" altLang="ko-KR" sz="1700" dirty="0"/>
              <a:t>#define PI 3.14159</a:t>
            </a:r>
          </a:p>
          <a:p>
            <a:pPr marL="109728" indent="0">
              <a:buNone/>
            </a:pPr>
            <a:endParaRPr lang="en-US" altLang="ko-KR" sz="1700" dirty="0"/>
          </a:p>
          <a:p>
            <a:pPr marL="109728" indent="0">
              <a:buNone/>
            </a:pPr>
            <a:r>
              <a:rPr lang="en-US" altLang="ko-KR" sz="1700" dirty="0"/>
              <a:t>using namespace </a:t>
            </a:r>
            <a:r>
              <a:rPr lang="en-US" altLang="ko-KR" sz="1700" dirty="0" err="1"/>
              <a:t>std</a:t>
            </a:r>
            <a:r>
              <a:rPr lang="en-US" altLang="ko-KR" sz="1700" dirty="0"/>
              <a:t>;</a:t>
            </a:r>
          </a:p>
          <a:p>
            <a:pPr marL="109728" indent="0">
              <a:buNone/>
            </a:pPr>
            <a:endParaRPr lang="en-US" altLang="ko-KR" sz="1700" dirty="0"/>
          </a:p>
          <a:p>
            <a:pPr marL="109728" indent="0">
              <a:buNone/>
            </a:pPr>
            <a:r>
              <a:rPr lang="en-US" altLang="ko-KR" sz="1700" dirty="0"/>
              <a:t>class CLA {</a:t>
            </a:r>
          </a:p>
          <a:p>
            <a:pPr marL="109728" indent="0">
              <a:buNone/>
            </a:pPr>
            <a:r>
              <a:rPr lang="en-US" altLang="ko-KR" sz="1700" dirty="0"/>
              <a:t>private:</a:t>
            </a:r>
          </a:p>
          <a:p>
            <a:pPr marL="109728" indent="0">
              <a:buNone/>
            </a:pPr>
            <a:r>
              <a:rPr lang="en-US" altLang="ko-KR" sz="1700" dirty="0"/>
              <a:t>	</a:t>
            </a:r>
            <a:r>
              <a:rPr lang="en-US" altLang="ko-KR" sz="1700" dirty="0" err="1"/>
              <a:t>int</a:t>
            </a:r>
            <a:r>
              <a:rPr lang="en-US" altLang="ko-KR" sz="1700" dirty="0"/>
              <a:t> </a:t>
            </a:r>
            <a:r>
              <a:rPr lang="en-US" altLang="ko-KR" sz="1700" dirty="0" err="1"/>
              <a:t>num</a:t>
            </a:r>
            <a:r>
              <a:rPr lang="en-US" altLang="ko-KR" sz="1700" dirty="0"/>
              <a:t>;</a:t>
            </a:r>
          </a:p>
          <a:p>
            <a:pPr marL="109728" indent="0">
              <a:buNone/>
            </a:pPr>
            <a:r>
              <a:rPr lang="en-US" altLang="ko-KR" sz="1700" dirty="0"/>
              <a:t>	double size;</a:t>
            </a:r>
          </a:p>
          <a:p>
            <a:pPr marL="109728" indent="0">
              <a:buNone/>
            </a:pPr>
            <a:r>
              <a:rPr lang="en-US" altLang="ko-KR" sz="1700" dirty="0"/>
              <a:t>public:</a:t>
            </a:r>
          </a:p>
          <a:p>
            <a:pPr marL="109728" indent="0">
              <a:buNone/>
            </a:pPr>
            <a:r>
              <a:rPr lang="en-US" altLang="ko-KR" sz="1700" dirty="0"/>
              <a:t>	void </a:t>
            </a:r>
            <a:r>
              <a:rPr lang="en-US" altLang="ko-KR" sz="1700" dirty="0" err="1"/>
              <a:t>Set_Num</a:t>
            </a:r>
            <a:r>
              <a:rPr lang="en-US" altLang="ko-KR" sz="1700" dirty="0"/>
              <a:t>(</a:t>
            </a:r>
            <a:r>
              <a:rPr lang="en-US" altLang="ko-KR" sz="1700" dirty="0" err="1"/>
              <a:t>int</a:t>
            </a:r>
            <a:r>
              <a:rPr lang="en-US" altLang="ko-KR" sz="1700" dirty="0"/>
              <a:t> </a:t>
            </a:r>
            <a:r>
              <a:rPr lang="en-US" altLang="ko-KR" sz="1700" dirty="0" err="1"/>
              <a:t>ra</a:t>
            </a:r>
            <a:r>
              <a:rPr lang="en-US" altLang="ko-KR" sz="1700" dirty="0"/>
              <a:t>); // setter</a:t>
            </a:r>
          </a:p>
          <a:p>
            <a:pPr marL="109728" indent="0">
              <a:buNone/>
            </a:pPr>
            <a:r>
              <a:rPr lang="en-US" altLang="ko-KR" sz="1700" dirty="0"/>
              <a:t>	void </a:t>
            </a:r>
            <a:r>
              <a:rPr lang="en-US" altLang="ko-KR" sz="1700" dirty="0" err="1"/>
              <a:t>Cal_Num</a:t>
            </a:r>
            <a:r>
              <a:rPr lang="en-US" altLang="ko-KR" sz="1700" dirty="0"/>
              <a:t>();</a:t>
            </a:r>
          </a:p>
          <a:p>
            <a:pPr marL="109728" indent="0">
              <a:buNone/>
            </a:pPr>
            <a:r>
              <a:rPr lang="en-US" altLang="ko-KR" sz="1700" dirty="0"/>
              <a:t>	double </a:t>
            </a:r>
            <a:r>
              <a:rPr lang="en-US" altLang="ko-KR" sz="1700" dirty="0" err="1"/>
              <a:t>Get_Num</a:t>
            </a:r>
            <a:r>
              <a:rPr lang="en-US" altLang="ko-KR" sz="1700" dirty="0"/>
              <a:t>();  // getter</a:t>
            </a:r>
          </a:p>
          <a:p>
            <a:pPr marL="109728" indent="0">
              <a:buNone/>
            </a:pPr>
            <a:r>
              <a:rPr lang="en-US" altLang="ko-KR" sz="1700" dirty="0"/>
              <a:t>};</a:t>
            </a:r>
            <a:endParaRPr lang="en-US" altLang="ko-KR" sz="1700" dirty="0" smtClean="0"/>
          </a:p>
        </p:txBody>
      </p:sp>
    </p:spTree>
    <p:extLst>
      <p:ext uri="{BB962C8B-B14F-4D97-AF65-F5344CB8AC3E}">
        <p14:creationId xmlns:p14="http://schemas.microsoft.com/office/powerpoint/2010/main" val="2821079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fld id="{4730955B-818F-496B-8002-6FF7534D7568}" type="slidenum">
              <a:rPr lang="en-US" altLang="ko-KR" sz="1200">
                <a:solidFill>
                  <a:schemeClr val="bg1"/>
                </a:solidFill>
                <a:latin typeface="Tahoma" panose="020B0604030504040204" pitchFamily="34" charset="0"/>
              </a:rPr>
              <a:pPr eaLnBrk="1" hangingPunct="1"/>
              <a:t>13</a:t>
            </a:fld>
            <a:endParaRPr lang="en-US" altLang="ko-KR" sz="1200">
              <a:solidFill>
                <a:schemeClr val="bg1"/>
              </a:solidFill>
              <a:latin typeface="Tahoma" panose="020B0604030504040204" pitchFamily="34" charset="0"/>
            </a:endParaRPr>
          </a:p>
        </p:txBody>
      </p:sp>
      <p:sp>
        <p:nvSpPr>
          <p:cNvPr id="98306" name="Rectangle 1026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0609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ko-KR" altLang="en-US" sz="2800" dirty="0" smtClean="0"/>
              <a:t>클래스 구조</a:t>
            </a:r>
          </a:p>
        </p:txBody>
      </p:sp>
      <p:sp>
        <p:nvSpPr>
          <p:cNvPr id="4100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152400" y="1066800"/>
            <a:ext cx="8686800" cy="5334000"/>
          </a:xfrm>
        </p:spPr>
        <p:txBody>
          <a:bodyPr>
            <a:normAutofit/>
          </a:bodyPr>
          <a:lstStyle/>
          <a:p>
            <a:pPr marL="109728" indent="0">
              <a:buNone/>
            </a:pPr>
            <a:r>
              <a:rPr lang="en-US" altLang="ko-KR" sz="1700" dirty="0"/>
              <a:t>void CLA::</a:t>
            </a:r>
            <a:r>
              <a:rPr lang="en-US" altLang="ko-KR" sz="1700" dirty="0" err="1"/>
              <a:t>Set_Num</a:t>
            </a:r>
            <a:r>
              <a:rPr lang="en-US" altLang="ko-KR" sz="1700" dirty="0"/>
              <a:t>(</a:t>
            </a:r>
            <a:r>
              <a:rPr lang="en-US" altLang="ko-KR" sz="1700" dirty="0" err="1"/>
              <a:t>int</a:t>
            </a:r>
            <a:r>
              <a:rPr lang="en-US" altLang="ko-KR" sz="1700" dirty="0"/>
              <a:t> </a:t>
            </a:r>
            <a:r>
              <a:rPr lang="en-US" altLang="ko-KR" sz="1700" dirty="0" err="1"/>
              <a:t>ra</a:t>
            </a:r>
            <a:r>
              <a:rPr lang="en-US" altLang="ko-KR" sz="1700" dirty="0"/>
              <a:t>)</a:t>
            </a:r>
          </a:p>
          <a:p>
            <a:pPr marL="109728" indent="0">
              <a:buNone/>
            </a:pPr>
            <a:r>
              <a:rPr lang="en-US" altLang="ko-KR" sz="1700" dirty="0"/>
              <a:t>{</a:t>
            </a:r>
          </a:p>
          <a:p>
            <a:pPr marL="109728" indent="0">
              <a:buNone/>
            </a:pPr>
            <a:r>
              <a:rPr lang="en-US" altLang="ko-KR" sz="1700" dirty="0"/>
              <a:t>	if (</a:t>
            </a:r>
            <a:r>
              <a:rPr lang="en-US" altLang="ko-KR" sz="1700" dirty="0" err="1"/>
              <a:t>ra</a:t>
            </a:r>
            <a:r>
              <a:rPr lang="en-US" altLang="ko-KR" sz="1700" dirty="0"/>
              <a:t> &lt; 0) {  // </a:t>
            </a:r>
            <a:r>
              <a:rPr lang="ko-KR" altLang="en-US" sz="1700" dirty="0"/>
              <a:t>입력 숫자 점검</a:t>
            </a:r>
          </a:p>
          <a:p>
            <a:pPr marL="109728" indent="0">
              <a:buNone/>
            </a:pPr>
            <a:r>
              <a:rPr lang="ko-KR" altLang="en-US" sz="1700" dirty="0"/>
              <a:t>		</a:t>
            </a:r>
            <a:r>
              <a:rPr lang="en-US" altLang="ko-KR" sz="1700" dirty="0" err="1"/>
              <a:t>cout</a:t>
            </a:r>
            <a:r>
              <a:rPr lang="en-US" altLang="ko-KR" sz="1700" dirty="0"/>
              <a:t> &lt;&lt; "Wrong number!!" &lt;&lt; </a:t>
            </a:r>
            <a:r>
              <a:rPr lang="en-US" altLang="ko-KR" sz="1700" dirty="0" err="1"/>
              <a:t>endl</a:t>
            </a:r>
            <a:r>
              <a:rPr lang="en-US" altLang="ko-KR" sz="1700" dirty="0"/>
              <a:t>;</a:t>
            </a:r>
          </a:p>
          <a:p>
            <a:pPr marL="109728" indent="0">
              <a:buNone/>
            </a:pPr>
            <a:r>
              <a:rPr lang="en-US" altLang="ko-KR" sz="1700" dirty="0"/>
              <a:t>	}</a:t>
            </a:r>
          </a:p>
          <a:p>
            <a:pPr marL="109728" indent="0">
              <a:buNone/>
            </a:pPr>
            <a:r>
              <a:rPr lang="en-US" altLang="ko-KR" sz="1700" dirty="0"/>
              <a:t>	else {</a:t>
            </a:r>
          </a:p>
          <a:p>
            <a:pPr marL="109728" indent="0">
              <a:buNone/>
            </a:pPr>
            <a:r>
              <a:rPr lang="en-US" altLang="ko-KR" sz="1700" dirty="0"/>
              <a:t>		</a:t>
            </a:r>
            <a:r>
              <a:rPr lang="en-US" altLang="ko-KR" sz="1700" dirty="0" err="1"/>
              <a:t>num</a:t>
            </a:r>
            <a:r>
              <a:rPr lang="en-US" altLang="ko-KR" sz="1700" dirty="0"/>
              <a:t> = </a:t>
            </a:r>
            <a:r>
              <a:rPr lang="en-US" altLang="ko-KR" sz="1700" dirty="0" err="1"/>
              <a:t>ra</a:t>
            </a:r>
            <a:r>
              <a:rPr lang="en-US" altLang="ko-KR" sz="1700" dirty="0"/>
              <a:t>;</a:t>
            </a:r>
          </a:p>
          <a:p>
            <a:pPr marL="109728" indent="0">
              <a:buNone/>
            </a:pPr>
            <a:r>
              <a:rPr lang="en-US" altLang="ko-KR" sz="1700" dirty="0"/>
              <a:t>		</a:t>
            </a:r>
            <a:r>
              <a:rPr lang="en-US" altLang="ko-KR" sz="1700" dirty="0" err="1"/>
              <a:t>Cal_Num</a:t>
            </a:r>
            <a:r>
              <a:rPr lang="en-US" altLang="ko-KR" sz="1700" dirty="0"/>
              <a:t>();</a:t>
            </a:r>
          </a:p>
          <a:p>
            <a:pPr marL="109728" indent="0">
              <a:buNone/>
            </a:pPr>
            <a:r>
              <a:rPr lang="en-US" altLang="ko-KR" sz="1700" dirty="0"/>
              <a:t>	}	</a:t>
            </a:r>
          </a:p>
          <a:p>
            <a:pPr marL="109728" indent="0">
              <a:buNone/>
            </a:pPr>
            <a:r>
              <a:rPr lang="en-US" altLang="ko-KR" sz="1700" dirty="0"/>
              <a:t>}</a:t>
            </a:r>
          </a:p>
          <a:p>
            <a:pPr marL="109728" indent="0">
              <a:buNone/>
            </a:pPr>
            <a:endParaRPr lang="en-US" altLang="ko-KR" sz="1700" dirty="0"/>
          </a:p>
          <a:p>
            <a:pPr marL="109728" indent="0">
              <a:buNone/>
            </a:pPr>
            <a:r>
              <a:rPr lang="en-US" altLang="ko-KR" sz="1700" dirty="0"/>
              <a:t>void CLA::</a:t>
            </a:r>
            <a:r>
              <a:rPr lang="en-US" altLang="ko-KR" sz="1700" dirty="0" err="1"/>
              <a:t>Cal_Num</a:t>
            </a:r>
            <a:r>
              <a:rPr lang="en-US" altLang="ko-KR" sz="1700" dirty="0"/>
              <a:t>()  // </a:t>
            </a:r>
            <a:r>
              <a:rPr lang="ko-KR" altLang="en-US" sz="1700" dirty="0"/>
              <a:t>면적 계산</a:t>
            </a:r>
          </a:p>
          <a:p>
            <a:pPr marL="109728" indent="0">
              <a:buNone/>
            </a:pPr>
            <a:r>
              <a:rPr lang="en-US" altLang="ko-KR" sz="1700" dirty="0"/>
              <a:t>{	</a:t>
            </a:r>
          </a:p>
          <a:p>
            <a:pPr marL="109728" indent="0">
              <a:buNone/>
            </a:pPr>
            <a:r>
              <a:rPr lang="en-US" altLang="ko-KR" sz="1700" dirty="0"/>
              <a:t>	size = PI * </a:t>
            </a:r>
            <a:r>
              <a:rPr lang="en-US" altLang="ko-KR" sz="1700" dirty="0" err="1"/>
              <a:t>num</a:t>
            </a:r>
            <a:r>
              <a:rPr lang="en-US" altLang="ko-KR" sz="1700" dirty="0"/>
              <a:t> * </a:t>
            </a:r>
            <a:r>
              <a:rPr lang="en-US" altLang="ko-KR" sz="1700" dirty="0" err="1"/>
              <a:t>num</a:t>
            </a:r>
            <a:r>
              <a:rPr lang="en-US" altLang="ko-KR" sz="1700" dirty="0"/>
              <a:t>;</a:t>
            </a:r>
          </a:p>
          <a:p>
            <a:pPr marL="109728" indent="0">
              <a:buNone/>
            </a:pPr>
            <a:r>
              <a:rPr lang="en-US" altLang="ko-KR" sz="1700" dirty="0"/>
              <a:t>}</a:t>
            </a:r>
            <a:endParaRPr lang="en-US" altLang="ko-KR" sz="1700" dirty="0" smtClean="0"/>
          </a:p>
        </p:txBody>
      </p:sp>
    </p:spTree>
    <p:extLst>
      <p:ext uri="{BB962C8B-B14F-4D97-AF65-F5344CB8AC3E}">
        <p14:creationId xmlns:p14="http://schemas.microsoft.com/office/powerpoint/2010/main" val="3766200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fld id="{4730955B-818F-496B-8002-6FF7534D7568}" type="slidenum">
              <a:rPr lang="en-US" altLang="ko-KR" sz="1200">
                <a:solidFill>
                  <a:schemeClr val="bg1"/>
                </a:solidFill>
                <a:latin typeface="Tahoma" panose="020B0604030504040204" pitchFamily="34" charset="0"/>
              </a:rPr>
              <a:pPr eaLnBrk="1" hangingPunct="1"/>
              <a:t>14</a:t>
            </a:fld>
            <a:endParaRPr lang="en-US" altLang="ko-KR" sz="1200">
              <a:solidFill>
                <a:schemeClr val="bg1"/>
              </a:solidFill>
              <a:latin typeface="Tahoma" panose="020B0604030504040204" pitchFamily="34" charset="0"/>
            </a:endParaRPr>
          </a:p>
        </p:txBody>
      </p:sp>
      <p:sp>
        <p:nvSpPr>
          <p:cNvPr id="98306" name="Rectangle 1026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0609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ko-KR" altLang="en-US" sz="2800" dirty="0" smtClean="0"/>
              <a:t>클래스 구조</a:t>
            </a:r>
          </a:p>
        </p:txBody>
      </p:sp>
      <p:sp>
        <p:nvSpPr>
          <p:cNvPr id="4100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152400" y="1066800"/>
            <a:ext cx="8686800" cy="5334000"/>
          </a:xfrm>
        </p:spPr>
        <p:txBody>
          <a:bodyPr>
            <a:normAutofit/>
          </a:bodyPr>
          <a:lstStyle/>
          <a:p>
            <a:pPr marL="109728" indent="0">
              <a:buNone/>
            </a:pPr>
            <a:r>
              <a:rPr lang="en-US" altLang="ko-KR" sz="1700" dirty="0"/>
              <a:t>double CLA::</a:t>
            </a:r>
            <a:r>
              <a:rPr lang="en-US" altLang="ko-KR" sz="1700" dirty="0" err="1"/>
              <a:t>Get_Num</a:t>
            </a:r>
            <a:r>
              <a:rPr lang="en-US" altLang="ko-KR" sz="1700" dirty="0"/>
              <a:t>()</a:t>
            </a:r>
          </a:p>
          <a:p>
            <a:pPr marL="109728" indent="0">
              <a:buNone/>
            </a:pPr>
            <a:r>
              <a:rPr lang="en-US" altLang="ko-KR" sz="1700" dirty="0"/>
              <a:t>{	</a:t>
            </a:r>
          </a:p>
          <a:p>
            <a:pPr marL="109728" indent="0">
              <a:buNone/>
            </a:pPr>
            <a:r>
              <a:rPr lang="en-US" altLang="ko-KR" sz="1700" dirty="0"/>
              <a:t>	if (size &gt; 0) {  // </a:t>
            </a:r>
            <a:r>
              <a:rPr lang="ko-KR" altLang="en-US" sz="1700" dirty="0"/>
              <a:t>정상 계산</a:t>
            </a:r>
          </a:p>
          <a:p>
            <a:pPr marL="109728" indent="0">
              <a:buNone/>
            </a:pPr>
            <a:r>
              <a:rPr lang="ko-KR" altLang="en-US" sz="1700" dirty="0"/>
              <a:t>		</a:t>
            </a:r>
            <a:r>
              <a:rPr lang="en-US" altLang="ko-KR" sz="1700" dirty="0"/>
              <a:t>return size;</a:t>
            </a:r>
          </a:p>
          <a:p>
            <a:pPr marL="109728" indent="0">
              <a:buNone/>
            </a:pPr>
            <a:r>
              <a:rPr lang="en-US" altLang="ko-KR" sz="1700" dirty="0"/>
              <a:t>	}</a:t>
            </a:r>
          </a:p>
          <a:p>
            <a:pPr marL="109728" indent="0">
              <a:buNone/>
            </a:pPr>
            <a:r>
              <a:rPr lang="en-US" altLang="ko-KR" sz="1700" dirty="0"/>
              <a:t>	else return 0.0;</a:t>
            </a:r>
          </a:p>
          <a:p>
            <a:pPr marL="109728" indent="0">
              <a:buNone/>
            </a:pPr>
            <a:r>
              <a:rPr lang="en-US" altLang="ko-KR" sz="1700" dirty="0"/>
              <a:t>}</a:t>
            </a:r>
            <a:endParaRPr lang="en-US" altLang="ko-KR" sz="1700" dirty="0" smtClean="0"/>
          </a:p>
        </p:txBody>
      </p:sp>
    </p:spTree>
    <p:extLst>
      <p:ext uri="{BB962C8B-B14F-4D97-AF65-F5344CB8AC3E}">
        <p14:creationId xmlns:p14="http://schemas.microsoft.com/office/powerpoint/2010/main" val="34831109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fld id="{4730955B-818F-496B-8002-6FF7534D7568}" type="slidenum">
              <a:rPr lang="en-US" altLang="ko-KR" sz="1200">
                <a:solidFill>
                  <a:schemeClr val="bg1"/>
                </a:solidFill>
                <a:latin typeface="Tahoma" panose="020B0604030504040204" pitchFamily="34" charset="0"/>
              </a:rPr>
              <a:pPr eaLnBrk="1" hangingPunct="1"/>
              <a:t>15</a:t>
            </a:fld>
            <a:endParaRPr lang="en-US" altLang="ko-KR" sz="1200">
              <a:solidFill>
                <a:schemeClr val="bg1"/>
              </a:solidFill>
              <a:latin typeface="Tahoma" panose="020B0604030504040204" pitchFamily="34" charset="0"/>
            </a:endParaRPr>
          </a:p>
        </p:txBody>
      </p:sp>
      <p:sp>
        <p:nvSpPr>
          <p:cNvPr id="98306" name="Rectangle 1026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0609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ko-KR" altLang="en-US" sz="2800" dirty="0" smtClean="0"/>
              <a:t>클래스 구조</a:t>
            </a:r>
          </a:p>
        </p:txBody>
      </p:sp>
      <p:sp>
        <p:nvSpPr>
          <p:cNvPr id="4100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152400" y="1066800"/>
            <a:ext cx="8686800" cy="5334000"/>
          </a:xfrm>
        </p:spPr>
        <p:txBody>
          <a:bodyPr>
            <a:normAutofit/>
          </a:bodyPr>
          <a:lstStyle/>
          <a:p>
            <a:pPr marL="109728" indent="0">
              <a:buNone/>
            </a:pPr>
            <a:r>
              <a:rPr lang="en-US" altLang="ko-KR" sz="1700" dirty="0" err="1"/>
              <a:t>int</a:t>
            </a:r>
            <a:r>
              <a:rPr lang="en-US" altLang="ko-KR" sz="1700" dirty="0"/>
              <a:t> main()</a:t>
            </a:r>
          </a:p>
          <a:p>
            <a:pPr marL="109728" indent="0">
              <a:buNone/>
            </a:pPr>
            <a:r>
              <a:rPr lang="en-US" altLang="ko-KR" sz="1700" dirty="0"/>
              <a:t>{</a:t>
            </a:r>
          </a:p>
          <a:p>
            <a:pPr marL="109728" indent="0">
              <a:buNone/>
            </a:pPr>
            <a:r>
              <a:rPr lang="en-US" altLang="ko-KR" sz="1700" dirty="0"/>
              <a:t>	CLA nm;</a:t>
            </a:r>
          </a:p>
          <a:p>
            <a:pPr marL="109728" indent="0">
              <a:buNone/>
            </a:pPr>
            <a:r>
              <a:rPr lang="en-US" altLang="ko-KR" sz="1700" dirty="0"/>
              <a:t>	</a:t>
            </a:r>
            <a:r>
              <a:rPr lang="en-US" altLang="ko-KR" sz="1700" dirty="0" err="1"/>
              <a:t>int</a:t>
            </a:r>
            <a:r>
              <a:rPr lang="en-US" altLang="ko-KR" sz="1700" dirty="0"/>
              <a:t> </a:t>
            </a:r>
            <a:r>
              <a:rPr lang="en-US" altLang="ko-KR" sz="1700" dirty="0" err="1"/>
              <a:t>num</a:t>
            </a:r>
            <a:r>
              <a:rPr lang="en-US" altLang="ko-KR" sz="1700" dirty="0"/>
              <a:t>;</a:t>
            </a:r>
          </a:p>
          <a:p>
            <a:pPr marL="109728" indent="0">
              <a:buNone/>
            </a:pPr>
            <a:r>
              <a:rPr lang="en-US" altLang="ko-KR" sz="1700" dirty="0"/>
              <a:t>	double size;</a:t>
            </a:r>
          </a:p>
          <a:p>
            <a:pPr marL="109728" indent="0">
              <a:buNone/>
            </a:pPr>
            <a:endParaRPr lang="en-US" altLang="ko-KR" sz="1700" dirty="0"/>
          </a:p>
          <a:p>
            <a:pPr marL="109728" indent="0">
              <a:buNone/>
            </a:pPr>
            <a:r>
              <a:rPr lang="en-US" altLang="ko-KR" sz="1700" dirty="0"/>
              <a:t>	</a:t>
            </a:r>
            <a:r>
              <a:rPr lang="en-US" altLang="ko-KR" sz="1700" dirty="0" err="1"/>
              <a:t>cout</a:t>
            </a:r>
            <a:r>
              <a:rPr lang="en-US" altLang="ko-KR" sz="1700" dirty="0"/>
              <a:t> &lt;&lt; "Input Radius: ";</a:t>
            </a:r>
          </a:p>
          <a:p>
            <a:pPr marL="109728" indent="0">
              <a:buNone/>
            </a:pPr>
            <a:r>
              <a:rPr lang="en-US" altLang="ko-KR" sz="1700" dirty="0"/>
              <a:t>	</a:t>
            </a:r>
            <a:r>
              <a:rPr lang="en-US" altLang="ko-KR" sz="1700" dirty="0" err="1"/>
              <a:t>cin</a:t>
            </a:r>
            <a:r>
              <a:rPr lang="en-US" altLang="ko-KR" sz="1700" dirty="0"/>
              <a:t> &gt;&gt; </a:t>
            </a:r>
            <a:r>
              <a:rPr lang="en-US" altLang="ko-KR" sz="1700" dirty="0" err="1"/>
              <a:t>num</a:t>
            </a:r>
            <a:r>
              <a:rPr lang="en-US" altLang="ko-KR" sz="1700" dirty="0"/>
              <a:t>;      // </a:t>
            </a:r>
            <a:r>
              <a:rPr lang="ko-KR" altLang="en-US" sz="1700" dirty="0"/>
              <a:t>반지름 입력</a:t>
            </a:r>
          </a:p>
          <a:p>
            <a:pPr marL="109728" indent="0">
              <a:buNone/>
            </a:pPr>
            <a:r>
              <a:rPr lang="ko-KR" altLang="en-US" sz="1700" dirty="0"/>
              <a:t>	</a:t>
            </a:r>
            <a:r>
              <a:rPr lang="en-US" altLang="ko-KR" sz="1700" dirty="0" err="1"/>
              <a:t>nm.Set_Num</a:t>
            </a:r>
            <a:r>
              <a:rPr lang="en-US" altLang="ko-KR" sz="1700" dirty="0"/>
              <a:t>(</a:t>
            </a:r>
            <a:r>
              <a:rPr lang="en-US" altLang="ko-KR" sz="1700" dirty="0" err="1"/>
              <a:t>num</a:t>
            </a:r>
            <a:r>
              <a:rPr lang="en-US" altLang="ko-KR" sz="1700" dirty="0"/>
              <a:t>);</a:t>
            </a:r>
          </a:p>
          <a:p>
            <a:pPr marL="109728" indent="0">
              <a:buNone/>
            </a:pPr>
            <a:r>
              <a:rPr lang="en-US" altLang="ko-KR" sz="1700" dirty="0"/>
              <a:t>	size = </a:t>
            </a:r>
            <a:r>
              <a:rPr lang="en-US" altLang="ko-KR" sz="1700" dirty="0" err="1"/>
              <a:t>nm.Get_Num</a:t>
            </a:r>
            <a:r>
              <a:rPr lang="en-US" altLang="ko-KR" sz="1700" dirty="0"/>
              <a:t>();</a:t>
            </a:r>
          </a:p>
          <a:p>
            <a:pPr marL="109728" indent="0">
              <a:buNone/>
            </a:pPr>
            <a:r>
              <a:rPr lang="en-US" altLang="ko-KR" sz="1700" dirty="0"/>
              <a:t>	</a:t>
            </a:r>
            <a:r>
              <a:rPr lang="en-US" altLang="ko-KR" sz="1700" dirty="0" err="1"/>
              <a:t>cout</a:t>
            </a:r>
            <a:r>
              <a:rPr lang="en-US" altLang="ko-KR" sz="1700" dirty="0"/>
              <a:t> &lt;&lt; </a:t>
            </a:r>
            <a:r>
              <a:rPr lang="en-US" altLang="ko-KR" sz="1700" dirty="0" err="1"/>
              <a:t>endl</a:t>
            </a:r>
            <a:r>
              <a:rPr lang="en-US" altLang="ko-KR" sz="1700" dirty="0"/>
              <a:t> &lt;&lt; "Size: " &lt;&lt; size &lt;&lt; </a:t>
            </a:r>
            <a:r>
              <a:rPr lang="en-US" altLang="ko-KR" sz="1700" dirty="0" err="1"/>
              <a:t>endl</a:t>
            </a:r>
            <a:r>
              <a:rPr lang="en-US" altLang="ko-KR" sz="1700" dirty="0"/>
              <a:t>;</a:t>
            </a:r>
          </a:p>
          <a:p>
            <a:pPr marL="109728" indent="0">
              <a:buNone/>
            </a:pPr>
            <a:endParaRPr lang="en-US" altLang="ko-KR" sz="1700" dirty="0"/>
          </a:p>
          <a:p>
            <a:pPr marL="109728" indent="0">
              <a:buNone/>
            </a:pPr>
            <a:r>
              <a:rPr lang="en-US" altLang="ko-KR" sz="1700" dirty="0"/>
              <a:t>	return 0;</a:t>
            </a:r>
          </a:p>
          <a:p>
            <a:pPr marL="109728" indent="0">
              <a:buNone/>
            </a:pPr>
            <a:r>
              <a:rPr lang="en-US" altLang="ko-KR" sz="1700" dirty="0"/>
              <a:t>}</a:t>
            </a:r>
            <a:endParaRPr lang="en-US" altLang="ko-KR" sz="1700" dirty="0" smtClean="0"/>
          </a:p>
        </p:txBody>
      </p:sp>
    </p:spTree>
    <p:extLst>
      <p:ext uri="{BB962C8B-B14F-4D97-AF65-F5344CB8AC3E}">
        <p14:creationId xmlns:p14="http://schemas.microsoft.com/office/powerpoint/2010/main" val="37565430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2800" dirty="0"/>
              <a:t>실습 </a:t>
            </a:r>
            <a:r>
              <a:rPr lang="ko-KR" altLang="en-US" sz="2800" dirty="0" smtClean="0"/>
              <a:t>프로그램</a:t>
            </a:r>
            <a:endParaRPr kumimoji="0" lang="en-US" altLang="ko-KR" sz="2800" dirty="0" smtClean="0"/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lnSpc>
                <a:spcPct val="80000"/>
              </a:lnSpc>
              <a:buNone/>
            </a:pPr>
            <a:r>
              <a:rPr lang="en-US" altLang="ko-KR" sz="1400" b="1" dirty="0">
                <a:latin typeface="굴림" panose="020B0600000101010101" pitchFamily="50" charset="-127"/>
                <a:ea typeface="굴림" panose="020B0600000101010101" pitchFamily="50" charset="-127"/>
              </a:rPr>
              <a:t>// </a:t>
            </a:r>
            <a:r>
              <a:rPr lang="ko-KR" altLang="en-US" sz="1400" b="1" dirty="0" smtClean="0">
                <a:latin typeface="굴림" panose="020B0600000101010101" pitchFamily="50" charset="-127"/>
                <a:ea typeface="굴림" panose="020B0600000101010101" pitchFamily="50" charset="-127"/>
              </a:rPr>
              <a:t>캐릭터 이동  프로그램 </a:t>
            </a:r>
            <a:r>
              <a:rPr lang="en-US" altLang="ko-KR" sz="1400" b="1" dirty="0" smtClean="0">
                <a:latin typeface="굴림" panose="020B0600000101010101" pitchFamily="50" charset="-127"/>
                <a:ea typeface="굴림" panose="020B0600000101010101" pitchFamily="50" charset="-127"/>
              </a:rPr>
              <a:t>1</a:t>
            </a:r>
            <a:endParaRPr lang="en-US" altLang="ko-KR" sz="1400" b="1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>
              <a:lnSpc>
                <a:spcPct val="80000"/>
              </a:lnSpc>
              <a:buNone/>
            </a:pPr>
            <a:endParaRPr lang="en-US" altLang="ko-KR" sz="1400" dirty="0" smtClean="0"/>
          </a:p>
          <a:p>
            <a:pPr>
              <a:spcBef>
                <a:spcPct val="0"/>
              </a:spcBef>
              <a:buFontTx/>
              <a:buNone/>
            </a:pPr>
            <a:endParaRPr lang="en-US" altLang="ko-KR" sz="1600" b="1" dirty="0" smtClean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#include&lt;</a:t>
            </a:r>
            <a:r>
              <a:rPr lang="en-US" altLang="ko-KR" sz="16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iostream</a:t>
            </a: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&gt;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#include&lt;</a:t>
            </a:r>
            <a:r>
              <a:rPr lang="en-US" altLang="ko-KR" sz="16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stdlib.h</a:t>
            </a: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&gt;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#include &lt;</a:t>
            </a:r>
            <a:r>
              <a:rPr lang="en-US" altLang="ko-KR" sz="16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time.h</a:t>
            </a: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&gt;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#include &lt;</a:t>
            </a:r>
            <a:r>
              <a:rPr lang="en-US" altLang="ko-KR" sz="16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Windows.h</a:t>
            </a: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&gt;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#include &lt;</a:t>
            </a:r>
            <a:r>
              <a:rPr lang="en-US" altLang="ko-KR" sz="16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conio.h</a:t>
            </a: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&gt;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ko-KR" sz="1600" b="1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using namespace </a:t>
            </a:r>
            <a:r>
              <a:rPr lang="en-US" altLang="ko-KR" sz="16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std</a:t>
            </a: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3559220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2800" dirty="0"/>
              <a:t>실습 </a:t>
            </a:r>
            <a:r>
              <a:rPr lang="ko-KR" altLang="en-US" sz="2800" dirty="0" smtClean="0"/>
              <a:t>프로그램</a:t>
            </a:r>
            <a:endParaRPr kumimoji="0" lang="en-US" altLang="ko-KR" sz="2800" dirty="0" smtClean="0"/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lnSpc>
                <a:spcPct val="80000"/>
              </a:lnSpc>
              <a:buNone/>
            </a:pPr>
            <a:r>
              <a:rPr lang="en-US" altLang="ko-KR" sz="1400" b="1" dirty="0" smtClean="0">
                <a:latin typeface="굴림" panose="020B0600000101010101" pitchFamily="50" charset="-127"/>
                <a:ea typeface="굴림" panose="020B0600000101010101" pitchFamily="50" charset="-127"/>
              </a:rPr>
              <a:t>class CLA {</a:t>
            </a:r>
          </a:p>
          <a:p>
            <a:pPr>
              <a:lnSpc>
                <a:spcPct val="80000"/>
              </a:lnSpc>
              <a:buNone/>
            </a:pPr>
            <a:r>
              <a:rPr lang="en-US" altLang="ko-KR" sz="1400" b="1" dirty="0" smtClean="0">
                <a:latin typeface="굴림" panose="020B0600000101010101" pitchFamily="50" charset="-127"/>
                <a:ea typeface="굴림" panose="020B0600000101010101" pitchFamily="50" charset="-127"/>
              </a:rPr>
              <a:t>private:</a:t>
            </a:r>
          </a:p>
          <a:p>
            <a:pPr>
              <a:lnSpc>
                <a:spcPct val="80000"/>
              </a:lnSpc>
              <a:buNone/>
            </a:pPr>
            <a:r>
              <a:rPr lang="en-US" altLang="ko-KR" sz="1400" b="1" dirty="0" smtClean="0">
                <a:latin typeface="굴림" panose="020B0600000101010101" pitchFamily="50" charset="-127"/>
                <a:ea typeface="굴림" panose="020B0600000101010101" pitchFamily="50" charset="-127"/>
              </a:rPr>
              <a:t>	</a:t>
            </a:r>
            <a:r>
              <a:rPr lang="en-US" altLang="ko-KR" sz="1400" b="1" dirty="0" err="1" smtClean="0">
                <a:latin typeface="굴림" panose="020B0600000101010101" pitchFamily="50" charset="-127"/>
                <a:ea typeface="굴림" panose="020B0600000101010101" pitchFamily="50" charset="-127"/>
              </a:rPr>
              <a:t>int</a:t>
            </a:r>
            <a:r>
              <a:rPr lang="en-US" altLang="ko-KR" sz="1400" b="1" dirty="0" smtClean="0">
                <a:latin typeface="굴림" panose="020B0600000101010101" pitchFamily="50" charset="-127"/>
                <a:ea typeface="굴림" panose="020B0600000101010101" pitchFamily="50" charset="-127"/>
              </a:rPr>
              <a:t> map[8][8] = // </a:t>
            </a:r>
            <a:r>
              <a:rPr lang="ko-KR" altLang="en-US" sz="1400" b="1" dirty="0" smtClean="0">
                <a:latin typeface="굴림" panose="020B0600000101010101" pitchFamily="50" charset="-127"/>
                <a:ea typeface="굴림" panose="020B0600000101010101" pitchFamily="50" charset="-127"/>
              </a:rPr>
              <a:t>변수</a:t>
            </a:r>
          </a:p>
          <a:p>
            <a:pPr>
              <a:lnSpc>
                <a:spcPct val="80000"/>
              </a:lnSpc>
              <a:buNone/>
            </a:pPr>
            <a:r>
              <a:rPr lang="ko-KR" altLang="en-US" sz="1400" b="1" dirty="0" smtClean="0">
                <a:latin typeface="굴림" panose="020B0600000101010101" pitchFamily="50" charset="-127"/>
                <a:ea typeface="굴림" panose="020B0600000101010101" pitchFamily="50" charset="-127"/>
              </a:rPr>
              <a:t>	</a:t>
            </a:r>
            <a:r>
              <a:rPr lang="en-US" altLang="ko-KR" sz="1400" b="1" dirty="0" smtClean="0">
                <a:latin typeface="굴림" panose="020B0600000101010101" pitchFamily="50" charset="-127"/>
                <a:ea typeface="굴림" panose="020B0600000101010101" pitchFamily="50" charset="-127"/>
              </a:rPr>
              <a:t>{</a:t>
            </a:r>
          </a:p>
          <a:p>
            <a:pPr>
              <a:lnSpc>
                <a:spcPct val="80000"/>
              </a:lnSpc>
              <a:buNone/>
            </a:pPr>
            <a:r>
              <a:rPr lang="en-US" altLang="ko-KR" sz="1400" b="1" dirty="0" smtClean="0">
                <a:latin typeface="굴림" panose="020B0600000101010101" pitchFamily="50" charset="-127"/>
                <a:ea typeface="굴림" panose="020B0600000101010101" pitchFamily="50" charset="-127"/>
              </a:rPr>
              <a:t>		{1, 1, 1, 1, 1, 1, 1, 1},</a:t>
            </a:r>
          </a:p>
          <a:p>
            <a:pPr>
              <a:lnSpc>
                <a:spcPct val="80000"/>
              </a:lnSpc>
              <a:buNone/>
            </a:pPr>
            <a:r>
              <a:rPr lang="en-US" altLang="ko-KR" sz="1400" b="1" dirty="0" smtClean="0">
                <a:latin typeface="굴림" panose="020B0600000101010101" pitchFamily="50" charset="-127"/>
                <a:ea typeface="굴림" panose="020B0600000101010101" pitchFamily="50" charset="-127"/>
              </a:rPr>
              <a:t>		{1, 0, 0, 0, 0, 0, 0, 1},</a:t>
            </a:r>
          </a:p>
          <a:p>
            <a:pPr>
              <a:lnSpc>
                <a:spcPct val="80000"/>
              </a:lnSpc>
              <a:buNone/>
            </a:pPr>
            <a:r>
              <a:rPr lang="en-US" altLang="ko-KR" sz="1400" b="1" dirty="0" smtClean="0">
                <a:latin typeface="굴림" panose="020B0600000101010101" pitchFamily="50" charset="-127"/>
                <a:ea typeface="굴림" panose="020B0600000101010101" pitchFamily="50" charset="-127"/>
              </a:rPr>
              <a:t>		{1, 0, 0, 0, 0, 0, 0, 1},</a:t>
            </a:r>
          </a:p>
          <a:p>
            <a:pPr>
              <a:lnSpc>
                <a:spcPct val="80000"/>
              </a:lnSpc>
              <a:buNone/>
            </a:pPr>
            <a:r>
              <a:rPr lang="en-US" altLang="ko-KR" sz="1400" b="1" dirty="0" smtClean="0">
                <a:latin typeface="굴림" panose="020B0600000101010101" pitchFamily="50" charset="-127"/>
                <a:ea typeface="굴림" panose="020B0600000101010101" pitchFamily="50" charset="-127"/>
              </a:rPr>
              <a:t>		{1, 0, 0, 0, 0, 0, 0, 1},</a:t>
            </a:r>
          </a:p>
          <a:p>
            <a:pPr>
              <a:lnSpc>
                <a:spcPct val="80000"/>
              </a:lnSpc>
              <a:buNone/>
            </a:pPr>
            <a:r>
              <a:rPr lang="en-US" altLang="ko-KR" sz="1400" b="1" dirty="0" smtClean="0">
                <a:latin typeface="굴림" panose="020B0600000101010101" pitchFamily="50" charset="-127"/>
                <a:ea typeface="굴림" panose="020B0600000101010101" pitchFamily="50" charset="-127"/>
              </a:rPr>
              <a:t>		{1, 0, 0, 0, 0, 0, 0, 1},</a:t>
            </a:r>
          </a:p>
          <a:p>
            <a:pPr>
              <a:lnSpc>
                <a:spcPct val="80000"/>
              </a:lnSpc>
              <a:buNone/>
            </a:pPr>
            <a:r>
              <a:rPr lang="en-US" altLang="ko-KR" sz="1400" b="1" dirty="0" smtClean="0">
                <a:latin typeface="굴림" panose="020B0600000101010101" pitchFamily="50" charset="-127"/>
                <a:ea typeface="굴림" panose="020B0600000101010101" pitchFamily="50" charset="-127"/>
              </a:rPr>
              <a:t>		{1, 0, 0, 0, 0, 0, 0, 1},</a:t>
            </a:r>
          </a:p>
          <a:p>
            <a:pPr>
              <a:lnSpc>
                <a:spcPct val="80000"/>
              </a:lnSpc>
              <a:buNone/>
            </a:pPr>
            <a:r>
              <a:rPr lang="en-US" altLang="ko-KR" sz="1400" b="1" dirty="0" smtClean="0">
                <a:latin typeface="굴림" panose="020B0600000101010101" pitchFamily="50" charset="-127"/>
                <a:ea typeface="굴림" panose="020B0600000101010101" pitchFamily="50" charset="-127"/>
              </a:rPr>
              <a:t>		{1, 0, 0, 0, 0, 0, 0, 1},</a:t>
            </a:r>
          </a:p>
          <a:p>
            <a:pPr>
              <a:lnSpc>
                <a:spcPct val="80000"/>
              </a:lnSpc>
              <a:buNone/>
            </a:pPr>
            <a:r>
              <a:rPr lang="en-US" altLang="ko-KR" sz="1400" b="1" dirty="0" smtClean="0">
                <a:latin typeface="굴림" panose="020B0600000101010101" pitchFamily="50" charset="-127"/>
                <a:ea typeface="굴림" panose="020B0600000101010101" pitchFamily="50" charset="-127"/>
              </a:rPr>
              <a:t>		{1, 1, 1, 1, 1, 1, 1, 1}</a:t>
            </a:r>
          </a:p>
          <a:p>
            <a:pPr>
              <a:lnSpc>
                <a:spcPct val="80000"/>
              </a:lnSpc>
              <a:buNone/>
            </a:pPr>
            <a:r>
              <a:rPr lang="en-US" altLang="ko-KR" sz="1400" b="1" dirty="0" smtClean="0">
                <a:latin typeface="굴림" panose="020B0600000101010101" pitchFamily="50" charset="-127"/>
                <a:ea typeface="굴림" panose="020B0600000101010101" pitchFamily="50" charset="-127"/>
              </a:rPr>
              <a:t>	};	</a:t>
            </a:r>
          </a:p>
          <a:p>
            <a:pPr>
              <a:lnSpc>
                <a:spcPct val="80000"/>
              </a:lnSpc>
              <a:buNone/>
            </a:pPr>
            <a:r>
              <a:rPr lang="en-US" altLang="ko-KR" sz="1400" b="1" dirty="0" smtClean="0">
                <a:latin typeface="굴림" panose="020B0600000101010101" pitchFamily="50" charset="-127"/>
                <a:ea typeface="굴림" panose="020B0600000101010101" pitchFamily="50" charset="-127"/>
              </a:rPr>
              <a:t>	</a:t>
            </a:r>
            <a:r>
              <a:rPr lang="en-US" altLang="ko-KR" sz="1400" b="1" dirty="0" err="1" smtClean="0">
                <a:latin typeface="굴림" panose="020B0600000101010101" pitchFamily="50" charset="-127"/>
                <a:ea typeface="굴림" panose="020B0600000101010101" pitchFamily="50" charset="-127"/>
              </a:rPr>
              <a:t>int</a:t>
            </a:r>
            <a:r>
              <a:rPr lang="en-US" altLang="ko-KR" sz="1400" b="1" dirty="0" smtClean="0"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sz="1400" b="1" dirty="0" err="1" smtClean="0">
                <a:latin typeface="굴림" panose="020B0600000101010101" pitchFamily="50" charset="-127"/>
                <a:ea typeface="굴림" panose="020B0600000101010101" pitchFamily="50" charset="-127"/>
              </a:rPr>
              <a:t>sx</a:t>
            </a:r>
            <a:r>
              <a:rPr lang="en-US" altLang="ko-KR" sz="1400" b="1" dirty="0" smtClean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en-US" altLang="ko-KR" sz="1400" b="1" dirty="0" err="1" smtClean="0">
                <a:latin typeface="굴림" panose="020B0600000101010101" pitchFamily="50" charset="-127"/>
                <a:ea typeface="굴림" panose="020B0600000101010101" pitchFamily="50" charset="-127"/>
              </a:rPr>
              <a:t>sy</a:t>
            </a:r>
            <a:r>
              <a:rPr lang="en-US" altLang="ko-KR" sz="1400" b="1" dirty="0" smtClean="0">
                <a:latin typeface="굴림" panose="020B0600000101010101" pitchFamily="50" charset="-127"/>
                <a:ea typeface="굴림" panose="020B0600000101010101" pitchFamily="50" charset="-127"/>
              </a:rPr>
              <a:t>;  // </a:t>
            </a:r>
            <a:r>
              <a:rPr lang="ko-KR" altLang="en-US" sz="1400" b="1" dirty="0" smtClean="0">
                <a:latin typeface="굴림" panose="020B0600000101010101" pitchFamily="50" charset="-127"/>
                <a:ea typeface="굴림" panose="020B0600000101010101" pitchFamily="50" charset="-127"/>
              </a:rPr>
              <a:t>캐릭터 좌표</a:t>
            </a:r>
            <a:endParaRPr lang="en-US" altLang="ko-KR" sz="1400" b="1" dirty="0" smtClean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>
              <a:lnSpc>
                <a:spcPct val="80000"/>
              </a:lnSpc>
              <a:buNone/>
            </a:pPr>
            <a:r>
              <a:rPr lang="en-US" altLang="ko-KR" sz="1400" b="1" dirty="0" smtClean="0">
                <a:latin typeface="굴림" panose="020B0600000101010101" pitchFamily="50" charset="-127"/>
                <a:ea typeface="굴림" panose="020B0600000101010101" pitchFamily="50" charset="-127"/>
              </a:rPr>
              <a:t>	char </a:t>
            </a:r>
            <a:r>
              <a:rPr lang="en-US" altLang="ko-KR" sz="1400" b="1" dirty="0" err="1" smtClean="0">
                <a:latin typeface="굴림" panose="020B0600000101010101" pitchFamily="50" charset="-127"/>
                <a:ea typeface="굴림" panose="020B0600000101010101" pitchFamily="50" charset="-127"/>
              </a:rPr>
              <a:t>ch</a:t>
            </a:r>
            <a:r>
              <a:rPr lang="en-US" altLang="ko-KR" sz="1400" b="1" dirty="0" smtClean="0">
                <a:latin typeface="굴림" panose="020B0600000101010101" pitchFamily="50" charset="-127"/>
                <a:ea typeface="굴림" panose="020B0600000101010101" pitchFamily="50" charset="-127"/>
              </a:rPr>
              <a:t>;   // </a:t>
            </a:r>
            <a:r>
              <a:rPr lang="ko-KR" altLang="en-US" sz="1400" b="1" dirty="0" smtClean="0">
                <a:latin typeface="굴림" panose="020B0600000101010101" pitchFamily="50" charset="-127"/>
                <a:ea typeface="굴림" panose="020B0600000101010101" pitchFamily="50" charset="-127"/>
              </a:rPr>
              <a:t>입력 키</a:t>
            </a:r>
            <a:endParaRPr lang="en-US" altLang="ko-KR" sz="1400" b="1" dirty="0" smtClean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>
              <a:lnSpc>
                <a:spcPct val="80000"/>
              </a:lnSpc>
              <a:buNone/>
            </a:pPr>
            <a:endParaRPr lang="en-US" altLang="ko-KR" sz="1400" b="1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535941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2800" dirty="0"/>
              <a:t>실습 </a:t>
            </a:r>
            <a:r>
              <a:rPr lang="ko-KR" altLang="en-US" sz="2800" dirty="0" smtClean="0"/>
              <a:t>프로그램</a:t>
            </a:r>
            <a:endParaRPr kumimoji="0" lang="en-US" altLang="ko-KR" sz="2800" dirty="0" smtClean="0"/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lnSpc>
                <a:spcPct val="80000"/>
              </a:lnSpc>
              <a:buNone/>
            </a:pPr>
            <a:endParaRPr lang="en-US" altLang="ko-KR" sz="1400" b="1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>
              <a:lnSpc>
                <a:spcPct val="80000"/>
              </a:lnSpc>
              <a:buNone/>
            </a:pPr>
            <a:r>
              <a:rPr lang="en-US" altLang="ko-KR" sz="1400" b="1" dirty="0">
                <a:latin typeface="굴림" panose="020B0600000101010101" pitchFamily="50" charset="-127"/>
                <a:ea typeface="굴림" panose="020B0600000101010101" pitchFamily="50" charset="-127"/>
              </a:rPr>
              <a:t>public:</a:t>
            </a:r>
          </a:p>
          <a:p>
            <a:pPr>
              <a:lnSpc>
                <a:spcPct val="80000"/>
              </a:lnSpc>
              <a:buNone/>
            </a:pPr>
            <a:r>
              <a:rPr lang="en-US" altLang="ko-KR" sz="1400" b="1" dirty="0">
                <a:latin typeface="굴림" panose="020B0600000101010101" pitchFamily="50" charset="-127"/>
                <a:ea typeface="굴림" panose="020B0600000101010101" pitchFamily="50" charset="-127"/>
              </a:rPr>
              <a:t>	void </a:t>
            </a:r>
            <a:r>
              <a:rPr lang="en-US" altLang="ko-KR" sz="14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Pro_Manage</a:t>
            </a:r>
            <a:r>
              <a:rPr lang="en-US" altLang="ko-KR" sz="1400" b="1" dirty="0">
                <a:latin typeface="굴림" panose="020B0600000101010101" pitchFamily="50" charset="-127"/>
                <a:ea typeface="굴림" panose="020B0600000101010101" pitchFamily="50" charset="-127"/>
              </a:rPr>
              <a:t>();  // </a:t>
            </a:r>
            <a:r>
              <a:rPr lang="ko-KR" altLang="en-US" sz="1400" b="1" dirty="0">
                <a:latin typeface="굴림" panose="020B0600000101010101" pitchFamily="50" charset="-127"/>
                <a:ea typeface="굴림" panose="020B0600000101010101" pitchFamily="50" charset="-127"/>
              </a:rPr>
              <a:t>함수	</a:t>
            </a:r>
          </a:p>
          <a:p>
            <a:pPr>
              <a:lnSpc>
                <a:spcPct val="80000"/>
              </a:lnSpc>
              <a:buNone/>
            </a:pPr>
            <a:r>
              <a:rPr lang="ko-KR" altLang="en-US" sz="1400" b="1" dirty="0">
                <a:latin typeface="굴림" panose="020B0600000101010101" pitchFamily="50" charset="-127"/>
                <a:ea typeface="굴림" panose="020B0600000101010101" pitchFamily="50" charset="-127"/>
              </a:rPr>
              <a:t>	</a:t>
            </a:r>
            <a:r>
              <a:rPr lang="en-US" altLang="ko-KR" sz="1400" b="1" dirty="0">
                <a:latin typeface="굴림" panose="020B0600000101010101" pitchFamily="50" charset="-127"/>
                <a:ea typeface="굴림" panose="020B0600000101010101" pitchFamily="50" charset="-127"/>
              </a:rPr>
              <a:t>void </a:t>
            </a:r>
            <a:r>
              <a:rPr lang="en-US" altLang="ko-KR" sz="14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Make_St</a:t>
            </a:r>
            <a:r>
              <a:rPr lang="en-US" altLang="ko-KR" sz="1400" b="1" dirty="0">
                <a:latin typeface="굴림" panose="020B0600000101010101" pitchFamily="50" charset="-127"/>
                <a:ea typeface="굴림" panose="020B0600000101010101" pitchFamily="50" charset="-127"/>
              </a:rPr>
              <a:t>(); // </a:t>
            </a:r>
            <a:r>
              <a:rPr lang="ko-KR" altLang="en-US" sz="1400" b="1" dirty="0">
                <a:latin typeface="굴림" panose="020B0600000101010101" pitchFamily="50" charset="-127"/>
                <a:ea typeface="굴림" panose="020B0600000101010101" pitchFamily="50" charset="-127"/>
              </a:rPr>
              <a:t>캐릭터 생성</a:t>
            </a:r>
          </a:p>
          <a:p>
            <a:pPr>
              <a:lnSpc>
                <a:spcPct val="80000"/>
              </a:lnSpc>
              <a:buNone/>
            </a:pPr>
            <a:r>
              <a:rPr lang="ko-KR" altLang="en-US" sz="1400" b="1" dirty="0">
                <a:latin typeface="굴림" panose="020B0600000101010101" pitchFamily="50" charset="-127"/>
                <a:ea typeface="굴림" panose="020B0600000101010101" pitchFamily="50" charset="-127"/>
              </a:rPr>
              <a:t>	</a:t>
            </a:r>
            <a:r>
              <a:rPr lang="en-US" altLang="ko-KR" sz="1400" b="1" dirty="0">
                <a:latin typeface="굴림" panose="020B0600000101010101" pitchFamily="50" charset="-127"/>
                <a:ea typeface="굴림" panose="020B0600000101010101" pitchFamily="50" charset="-127"/>
              </a:rPr>
              <a:t>void </a:t>
            </a:r>
            <a:r>
              <a:rPr lang="en-US" altLang="ko-KR" sz="14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St_Walk</a:t>
            </a:r>
            <a:r>
              <a:rPr lang="en-US" altLang="ko-KR" sz="1400" b="1" dirty="0">
                <a:latin typeface="굴림" panose="020B0600000101010101" pitchFamily="50" charset="-127"/>
                <a:ea typeface="굴림" panose="020B0600000101010101" pitchFamily="50" charset="-127"/>
              </a:rPr>
              <a:t>();  // </a:t>
            </a:r>
            <a:r>
              <a:rPr lang="ko-KR" altLang="en-US" sz="1400" b="1" dirty="0">
                <a:latin typeface="굴림" panose="020B0600000101010101" pitchFamily="50" charset="-127"/>
                <a:ea typeface="굴림" panose="020B0600000101010101" pitchFamily="50" charset="-127"/>
              </a:rPr>
              <a:t>이동 관리</a:t>
            </a:r>
          </a:p>
          <a:p>
            <a:pPr>
              <a:lnSpc>
                <a:spcPct val="80000"/>
              </a:lnSpc>
              <a:buNone/>
            </a:pPr>
            <a:r>
              <a:rPr lang="ko-KR" altLang="en-US" sz="1400" b="1" dirty="0">
                <a:latin typeface="굴림" panose="020B0600000101010101" pitchFamily="50" charset="-127"/>
                <a:ea typeface="굴림" panose="020B0600000101010101" pitchFamily="50" charset="-127"/>
              </a:rPr>
              <a:t>	</a:t>
            </a:r>
            <a:r>
              <a:rPr lang="en-US" altLang="ko-KR" sz="1400" b="1" dirty="0">
                <a:latin typeface="굴림" panose="020B0600000101010101" pitchFamily="50" charset="-127"/>
                <a:ea typeface="굴림" panose="020B0600000101010101" pitchFamily="50" charset="-127"/>
              </a:rPr>
              <a:t>void </a:t>
            </a:r>
            <a:r>
              <a:rPr lang="en-US" altLang="ko-KR" sz="14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St_Up</a:t>
            </a:r>
            <a:r>
              <a:rPr lang="en-US" altLang="ko-KR" sz="1400" b="1" dirty="0" smtClean="0">
                <a:latin typeface="굴림" panose="020B0600000101010101" pitchFamily="50" charset="-127"/>
                <a:ea typeface="굴림" panose="020B0600000101010101" pitchFamily="50" charset="-127"/>
              </a:rPr>
              <a:t>();     // </a:t>
            </a:r>
            <a:r>
              <a:rPr lang="ko-KR" altLang="en-US" sz="1400" b="1" dirty="0" smtClean="0">
                <a:latin typeface="굴림" panose="020B0600000101010101" pitchFamily="50" charset="-127"/>
                <a:ea typeface="굴림" panose="020B0600000101010101" pitchFamily="50" charset="-127"/>
              </a:rPr>
              <a:t>이동</a:t>
            </a:r>
            <a:r>
              <a:rPr lang="en-US" altLang="ko-KR" sz="1400" b="1" dirty="0" smtClean="0"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ko-KR" altLang="en-US" sz="1400" b="1" dirty="0" smtClean="0">
                <a:latin typeface="굴림" panose="020B0600000101010101" pitchFamily="50" charset="-127"/>
                <a:ea typeface="굴림" panose="020B0600000101010101" pitchFamily="50" charset="-127"/>
              </a:rPr>
              <a:t>방향</a:t>
            </a:r>
            <a:endParaRPr lang="en-US" altLang="ko-KR" sz="1400" b="1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>
              <a:lnSpc>
                <a:spcPct val="80000"/>
              </a:lnSpc>
              <a:buNone/>
            </a:pPr>
            <a:r>
              <a:rPr lang="en-US" altLang="ko-KR" sz="1400" b="1" dirty="0">
                <a:latin typeface="굴림" panose="020B0600000101010101" pitchFamily="50" charset="-127"/>
                <a:ea typeface="굴림" panose="020B0600000101010101" pitchFamily="50" charset="-127"/>
              </a:rPr>
              <a:t>	void </a:t>
            </a:r>
            <a:r>
              <a:rPr lang="en-US" altLang="ko-KR" sz="14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St_Down</a:t>
            </a:r>
            <a:r>
              <a:rPr lang="en-US" altLang="ko-KR" sz="1400" b="1" dirty="0">
                <a:latin typeface="굴림" panose="020B0600000101010101" pitchFamily="50" charset="-127"/>
                <a:ea typeface="굴림" panose="020B0600000101010101" pitchFamily="50" charset="-127"/>
              </a:rPr>
              <a:t>();</a:t>
            </a:r>
          </a:p>
          <a:p>
            <a:pPr>
              <a:lnSpc>
                <a:spcPct val="80000"/>
              </a:lnSpc>
              <a:buNone/>
            </a:pPr>
            <a:r>
              <a:rPr lang="en-US" altLang="ko-KR" sz="1400" b="1" dirty="0">
                <a:latin typeface="굴림" panose="020B0600000101010101" pitchFamily="50" charset="-127"/>
                <a:ea typeface="굴림" panose="020B0600000101010101" pitchFamily="50" charset="-127"/>
              </a:rPr>
              <a:t>	void </a:t>
            </a:r>
            <a:r>
              <a:rPr lang="en-US" altLang="ko-KR" sz="14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St_Left</a:t>
            </a:r>
            <a:r>
              <a:rPr lang="en-US" altLang="ko-KR" sz="1400" b="1" dirty="0">
                <a:latin typeface="굴림" panose="020B0600000101010101" pitchFamily="50" charset="-127"/>
                <a:ea typeface="굴림" panose="020B0600000101010101" pitchFamily="50" charset="-127"/>
              </a:rPr>
              <a:t>();</a:t>
            </a:r>
          </a:p>
          <a:p>
            <a:pPr>
              <a:lnSpc>
                <a:spcPct val="80000"/>
              </a:lnSpc>
              <a:buNone/>
            </a:pPr>
            <a:r>
              <a:rPr lang="en-US" altLang="ko-KR" sz="1400" b="1" dirty="0">
                <a:latin typeface="굴림" panose="020B0600000101010101" pitchFamily="50" charset="-127"/>
                <a:ea typeface="굴림" panose="020B0600000101010101" pitchFamily="50" charset="-127"/>
              </a:rPr>
              <a:t>	void </a:t>
            </a:r>
            <a:r>
              <a:rPr lang="en-US" altLang="ko-KR" sz="14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St_Right</a:t>
            </a:r>
            <a:r>
              <a:rPr lang="en-US" altLang="ko-KR" sz="1400" b="1" dirty="0">
                <a:latin typeface="굴림" panose="020B0600000101010101" pitchFamily="50" charset="-127"/>
                <a:ea typeface="굴림" panose="020B0600000101010101" pitchFamily="50" charset="-127"/>
              </a:rPr>
              <a:t>();</a:t>
            </a:r>
          </a:p>
          <a:p>
            <a:pPr>
              <a:lnSpc>
                <a:spcPct val="80000"/>
              </a:lnSpc>
              <a:buNone/>
            </a:pPr>
            <a:r>
              <a:rPr lang="en-US" altLang="ko-KR" sz="1400" b="1" dirty="0">
                <a:latin typeface="굴림" panose="020B0600000101010101" pitchFamily="50" charset="-127"/>
                <a:ea typeface="굴림" panose="020B0600000101010101" pitchFamily="50" charset="-127"/>
              </a:rPr>
              <a:t>	void </a:t>
            </a:r>
            <a:r>
              <a:rPr lang="en-US" altLang="ko-KR" sz="14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Draw_Map</a:t>
            </a:r>
            <a:r>
              <a:rPr lang="en-US" altLang="ko-KR" sz="1400" b="1" dirty="0">
                <a:latin typeface="굴림" panose="020B0600000101010101" pitchFamily="50" charset="-127"/>
                <a:ea typeface="굴림" panose="020B0600000101010101" pitchFamily="50" charset="-127"/>
              </a:rPr>
              <a:t>(); // </a:t>
            </a:r>
            <a:r>
              <a:rPr lang="ko-KR" altLang="en-US" sz="1400" b="1" dirty="0">
                <a:latin typeface="굴림" panose="020B0600000101010101" pitchFamily="50" charset="-127"/>
                <a:ea typeface="굴림" panose="020B0600000101010101" pitchFamily="50" charset="-127"/>
              </a:rPr>
              <a:t>맵 출력</a:t>
            </a:r>
          </a:p>
          <a:p>
            <a:pPr>
              <a:lnSpc>
                <a:spcPct val="80000"/>
              </a:lnSpc>
              <a:buNone/>
            </a:pPr>
            <a:r>
              <a:rPr lang="ko-KR" altLang="en-US" sz="1400" b="1" dirty="0">
                <a:latin typeface="굴림" panose="020B0600000101010101" pitchFamily="50" charset="-127"/>
                <a:ea typeface="굴림" panose="020B0600000101010101" pitchFamily="50" charset="-127"/>
              </a:rPr>
              <a:t>	</a:t>
            </a:r>
          </a:p>
          <a:p>
            <a:pPr>
              <a:lnSpc>
                <a:spcPct val="80000"/>
              </a:lnSpc>
              <a:buNone/>
            </a:pPr>
            <a:r>
              <a:rPr lang="en-US" altLang="ko-KR" sz="1400" b="1" dirty="0">
                <a:latin typeface="굴림" panose="020B0600000101010101" pitchFamily="50" charset="-127"/>
                <a:ea typeface="굴림" panose="020B0600000101010101" pitchFamily="50" charset="-127"/>
              </a:rPr>
              <a:t>};</a:t>
            </a:r>
            <a:endParaRPr lang="en-US" altLang="ko-KR" sz="1600" b="1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115328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2800" dirty="0"/>
              <a:t>실습 </a:t>
            </a:r>
            <a:r>
              <a:rPr lang="ko-KR" altLang="en-US" sz="2800" dirty="0" smtClean="0"/>
              <a:t>프로그램</a:t>
            </a:r>
            <a:endParaRPr kumimoji="0" lang="en-US" altLang="ko-KR" sz="2800" dirty="0" smtClean="0"/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lnSpc>
                <a:spcPct val="80000"/>
              </a:lnSpc>
              <a:buNone/>
            </a:pPr>
            <a:r>
              <a:rPr lang="en-US" altLang="ko-KR" sz="1400" b="1" dirty="0">
                <a:latin typeface="굴림" panose="020B0600000101010101" pitchFamily="50" charset="-127"/>
                <a:ea typeface="굴림" panose="020B0600000101010101" pitchFamily="50" charset="-127"/>
              </a:rPr>
              <a:t>void CLA::</a:t>
            </a:r>
            <a:r>
              <a:rPr lang="en-US" altLang="ko-KR" sz="14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Pro_Manage</a:t>
            </a:r>
            <a:r>
              <a:rPr lang="en-US" altLang="ko-KR" sz="1400" b="1" dirty="0">
                <a:latin typeface="굴림" panose="020B0600000101010101" pitchFamily="50" charset="-127"/>
                <a:ea typeface="굴림" panose="020B0600000101010101" pitchFamily="50" charset="-127"/>
              </a:rPr>
              <a:t>()</a:t>
            </a:r>
          </a:p>
          <a:p>
            <a:pPr>
              <a:lnSpc>
                <a:spcPct val="80000"/>
              </a:lnSpc>
              <a:buNone/>
            </a:pPr>
            <a:r>
              <a:rPr lang="en-US" altLang="ko-KR" sz="1400" b="1" dirty="0">
                <a:latin typeface="굴림" panose="020B0600000101010101" pitchFamily="50" charset="-127"/>
                <a:ea typeface="굴림" panose="020B0600000101010101" pitchFamily="50" charset="-127"/>
              </a:rPr>
              <a:t>{	</a:t>
            </a:r>
          </a:p>
          <a:p>
            <a:pPr>
              <a:lnSpc>
                <a:spcPct val="80000"/>
              </a:lnSpc>
              <a:buNone/>
            </a:pPr>
            <a:r>
              <a:rPr lang="en-US" altLang="ko-KR" sz="1400" b="1" dirty="0">
                <a:latin typeface="굴림" panose="020B0600000101010101" pitchFamily="50" charset="-127"/>
                <a:ea typeface="굴림" panose="020B0600000101010101" pitchFamily="50" charset="-127"/>
              </a:rPr>
              <a:t>	</a:t>
            </a:r>
            <a:r>
              <a:rPr lang="en-US" altLang="ko-KR" sz="14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Make_St</a:t>
            </a:r>
            <a:r>
              <a:rPr lang="en-US" altLang="ko-KR" sz="1400" b="1" dirty="0">
                <a:latin typeface="굴림" panose="020B0600000101010101" pitchFamily="50" charset="-127"/>
                <a:ea typeface="굴림" panose="020B0600000101010101" pitchFamily="50" charset="-127"/>
              </a:rPr>
              <a:t>();	</a:t>
            </a:r>
          </a:p>
          <a:p>
            <a:pPr>
              <a:lnSpc>
                <a:spcPct val="80000"/>
              </a:lnSpc>
              <a:buNone/>
            </a:pPr>
            <a:r>
              <a:rPr lang="en-US" altLang="ko-KR" sz="1400" b="1" dirty="0">
                <a:latin typeface="굴림" panose="020B0600000101010101" pitchFamily="50" charset="-127"/>
                <a:ea typeface="굴림" panose="020B0600000101010101" pitchFamily="50" charset="-127"/>
              </a:rPr>
              <a:t>	</a:t>
            </a:r>
            <a:r>
              <a:rPr lang="en-US" altLang="ko-KR" sz="14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Draw_Map</a:t>
            </a:r>
            <a:r>
              <a:rPr lang="en-US" altLang="ko-KR" sz="1400" b="1" dirty="0">
                <a:latin typeface="굴림" panose="020B0600000101010101" pitchFamily="50" charset="-127"/>
                <a:ea typeface="굴림" panose="020B0600000101010101" pitchFamily="50" charset="-127"/>
              </a:rPr>
              <a:t>();</a:t>
            </a:r>
          </a:p>
          <a:p>
            <a:pPr>
              <a:lnSpc>
                <a:spcPct val="80000"/>
              </a:lnSpc>
              <a:buNone/>
            </a:pPr>
            <a:r>
              <a:rPr lang="en-US" altLang="ko-KR" sz="1400" b="1" dirty="0">
                <a:latin typeface="굴림" panose="020B0600000101010101" pitchFamily="50" charset="-127"/>
                <a:ea typeface="굴림" panose="020B0600000101010101" pitchFamily="50" charset="-127"/>
              </a:rPr>
              <a:t>	</a:t>
            </a:r>
            <a:r>
              <a:rPr lang="en-US" altLang="ko-KR" sz="14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St_Walk</a:t>
            </a:r>
            <a:r>
              <a:rPr lang="en-US" altLang="ko-KR" sz="1400" b="1" dirty="0">
                <a:latin typeface="굴림" panose="020B0600000101010101" pitchFamily="50" charset="-127"/>
                <a:ea typeface="굴림" panose="020B0600000101010101" pitchFamily="50" charset="-127"/>
              </a:rPr>
              <a:t>();</a:t>
            </a:r>
          </a:p>
          <a:p>
            <a:pPr>
              <a:lnSpc>
                <a:spcPct val="80000"/>
              </a:lnSpc>
              <a:buNone/>
            </a:pPr>
            <a:r>
              <a:rPr lang="en-US" altLang="ko-KR" sz="1400" b="1" dirty="0">
                <a:latin typeface="굴림" panose="020B0600000101010101" pitchFamily="50" charset="-127"/>
                <a:ea typeface="굴림" panose="020B0600000101010101" pitchFamily="50" charset="-127"/>
              </a:rPr>
              <a:t>}</a:t>
            </a:r>
          </a:p>
          <a:p>
            <a:pPr>
              <a:lnSpc>
                <a:spcPct val="80000"/>
              </a:lnSpc>
              <a:buNone/>
            </a:pPr>
            <a:endParaRPr lang="en-US" altLang="ko-KR" sz="1400" b="1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>
              <a:lnSpc>
                <a:spcPct val="80000"/>
              </a:lnSpc>
              <a:buNone/>
            </a:pPr>
            <a:r>
              <a:rPr lang="en-US" altLang="ko-KR" sz="1400" b="1" dirty="0">
                <a:latin typeface="굴림" panose="020B0600000101010101" pitchFamily="50" charset="-127"/>
                <a:ea typeface="굴림" panose="020B0600000101010101" pitchFamily="50" charset="-127"/>
              </a:rPr>
              <a:t>void CLA::</a:t>
            </a:r>
            <a:r>
              <a:rPr lang="en-US" altLang="ko-KR" sz="14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Make_St</a:t>
            </a:r>
            <a:r>
              <a:rPr lang="en-US" altLang="ko-KR" sz="1400" b="1" dirty="0">
                <a:latin typeface="굴림" panose="020B0600000101010101" pitchFamily="50" charset="-127"/>
                <a:ea typeface="굴림" panose="020B0600000101010101" pitchFamily="50" charset="-127"/>
              </a:rPr>
              <a:t>()</a:t>
            </a:r>
          </a:p>
          <a:p>
            <a:pPr>
              <a:lnSpc>
                <a:spcPct val="80000"/>
              </a:lnSpc>
              <a:buNone/>
            </a:pPr>
            <a:r>
              <a:rPr lang="en-US" altLang="ko-KR" sz="1400" b="1" dirty="0">
                <a:latin typeface="굴림" panose="020B0600000101010101" pitchFamily="50" charset="-127"/>
                <a:ea typeface="굴림" panose="020B0600000101010101" pitchFamily="50" charset="-127"/>
              </a:rPr>
              <a:t>{</a:t>
            </a:r>
          </a:p>
          <a:p>
            <a:pPr>
              <a:lnSpc>
                <a:spcPct val="80000"/>
              </a:lnSpc>
              <a:buNone/>
            </a:pPr>
            <a:r>
              <a:rPr lang="en-US" altLang="ko-KR" sz="1400" b="1" dirty="0">
                <a:latin typeface="굴림" panose="020B0600000101010101" pitchFamily="50" charset="-127"/>
                <a:ea typeface="굴림" panose="020B0600000101010101" pitchFamily="50" charset="-127"/>
              </a:rPr>
              <a:t>	</a:t>
            </a:r>
            <a:r>
              <a:rPr lang="en-US" altLang="ko-KR" sz="14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srand</a:t>
            </a:r>
            <a:r>
              <a:rPr lang="en-US" altLang="ko-KR" sz="1400" b="1" dirty="0">
                <a:latin typeface="굴림" panose="020B0600000101010101" pitchFamily="50" charset="-127"/>
                <a:ea typeface="굴림" panose="020B0600000101010101" pitchFamily="50" charset="-127"/>
              </a:rPr>
              <a:t>(time(NULL));</a:t>
            </a:r>
          </a:p>
          <a:p>
            <a:pPr>
              <a:lnSpc>
                <a:spcPct val="80000"/>
              </a:lnSpc>
              <a:buNone/>
            </a:pPr>
            <a:endParaRPr lang="en-US" altLang="ko-KR" sz="1400" b="1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>
              <a:lnSpc>
                <a:spcPct val="80000"/>
              </a:lnSpc>
              <a:buNone/>
            </a:pPr>
            <a:r>
              <a:rPr lang="en-US" altLang="ko-KR" sz="1400" b="1" dirty="0">
                <a:latin typeface="굴림" panose="020B0600000101010101" pitchFamily="50" charset="-127"/>
                <a:ea typeface="굴림" panose="020B0600000101010101" pitchFamily="50" charset="-127"/>
              </a:rPr>
              <a:t>	</a:t>
            </a:r>
            <a:r>
              <a:rPr lang="en-US" altLang="ko-KR" sz="14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sx</a:t>
            </a:r>
            <a:r>
              <a:rPr lang="en-US" altLang="ko-KR" sz="1400" b="1" dirty="0">
                <a:latin typeface="굴림" panose="020B0600000101010101" pitchFamily="50" charset="-127"/>
                <a:ea typeface="굴림" panose="020B0600000101010101" pitchFamily="50" charset="-127"/>
              </a:rPr>
              <a:t> = (rand() % 6) + 1;</a:t>
            </a:r>
          </a:p>
          <a:p>
            <a:pPr>
              <a:lnSpc>
                <a:spcPct val="80000"/>
              </a:lnSpc>
              <a:buNone/>
            </a:pPr>
            <a:r>
              <a:rPr lang="en-US" altLang="ko-KR" sz="1400" b="1" dirty="0">
                <a:latin typeface="굴림" panose="020B0600000101010101" pitchFamily="50" charset="-127"/>
                <a:ea typeface="굴림" panose="020B0600000101010101" pitchFamily="50" charset="-127"/>
              </a:rPr>
              <a:t>	</a:t>
            </a:r>
            <a:r>
              <a:rPr lang="en-US" altLang="ko-KR" sz="14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sy</a:t>
            </a:r>
            <a:r>
              <a:rPr lang="en-US" altLang="ko-KR" sz="1400" b="1" dirty="0">
                <a:latin typeface="굴림" panose="020B0600000101010101" pitchFamily="50" charset="-127"/>
                <a:ea typeface="굴림" panose="020B0600000101010101" pitchFamily="50" charset="-127"/>
              </a:rPr>
              <a:t> = (rand() % 6) + 1;</a:t>
            </a:r>
          </a:p>
          <a:p>
            <a:pPr>
              <a:lnSpc>
                <a:spcPct val="80000"/>
              </a:lnSpc>
              <a:buNone/>
            </a:pPr>
            <a:r>
              <a:rPr lang="en-US" altLang="ko-KR" sz="1400" b="1" dirty="0">
                <a:latin typeface="굴림" panose="020B0600000101010101" pitchFamily="50" charset="-127"/>
                <a:ea typeface="굴림" panose="020B0600000101010101" pitchFamily="50" charset="-127"/>
              </a:rPr>
              <a:t>	map[</a:t>
            </a:r>
            <a:r>
              <a:rPr lang="en-US" altLang="ko-KR" sz="14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sy</a:t>
            </a:r>
            <a:r>
              <a:rPr lang="en-US" altLang="ko-KR" sz="1400" b="1" dirty="0">
                <a:latin typeface="굴림" panose="020B0600000101010101" pitchFamily="50" charset="-127"/>
                <a:ea typeface="굴림" panose="020B0600000101010101" pitchFamily="50" charset="-127"/>
              </a:rPr>
              <a:t>][</a:t>
            </a:r>
            <a:r>
              <a:rPr lang="en-US" altLang="ko-KR" sz="14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sx</a:t>
            </a:r>
            <a:r>
              <a:rPr lang="en-US" altLang="ko-KR" sz="1400" b="1" dirty="0">
                <a:latin typeface="굴림" panose="020B0600000101010101" pitchFamily="50" charset="-127"/>
                <a:ea typeface="굴림" panose="020B0600000101010101" pitchFamily="50" charset="-127"/>
              </a:rPr>
              <a:t>] = 2;</a:t>
            </a:r>
          </a:p>
          <a:p>
            <a:pPr>
              <a:lnSpc>
                <a:spcPct val="80000"/>
              </a:lnSpc>
              <a:buNone/>
            </a:pPr>
            <a:r>
              <a:rPr lang="en-US" altLang="ko-KR" sz="1400" b="1" dirty="0">
                <a:latin typeface="굴림" panose="020B0600000101010101" pitchFamily="50" charset="-127"/>
                <a:ea typeface="굴림" panose="020B0600000101010101" pitchFamily="50" charset="-127"/>
              </a:rPr>
              <a:t>}</a:t>
            </a:r>
            <a:endParaRPr lang="en-US" altLang="ko-KR" sz="1600" b="1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166060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2800" dirty="0"/>
              <a:t>실습 </a:t>
            </a:r>
            <a:r>
              <a:rPr lang="ko-KR" altLang="en-US" sz="2800" dirty="0" smtClean="0"/>
              <a:t>프로그램</a:t>
            </a:r>
            <a:endParaRPr kumimoji="0" lang="en-US" altLang="ko-KR" sz="2800" dirty="0" smtClean="0"/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lnSpc>
                <a:spcPct val="80000"/>
              </a:lnSpc>
              <a:buNone/>
            </a:pPr>
            <a:r>
              <a:rPr lang="en-US" altLang="ko-KR" sz="1400" b="1" dirty="0">
                <a:latin typeface="굴림" panose="020B0600000101010101" pitchFamily="50" charset="-127"/>
                <a:ea typeface="굴림" panose="020B0600000101010101" pitchFamily="50" charset="-127"/>
              </a:rPr>
              <a:t>void CLA::</a:t>
            </a:r>
            <a:r>
              <a:rPr lang="en-US" altLang="ko-KR" sz="14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St_Walk</a:t>
            </a:r>
            <a:r>
              <a:rPr lang="en-US" altLang="ko-KR" sz="1400" b="1" dirty="0">
                <a:latin typeface="굴림" panose="020B0600000101010101" pitchFamily="50" charset="-127"/>
                <a:ea typeface="굴림" panose="020B0600000101010101" pitchFamily="50" charset="-127"/>
              </a:rPr>
              <a:t>()</a:t>
            </a:r>
          </a:p>
          <a:p>
            <a:pPr>
              <a:lnSpc>
                <a:spcPct val="80000"/>
              </a:lnSpc>
              <a:buNone/>
            </a:pPr>
            <a:r>
              <a:rPr lang="en-US" altLang="ko-KR" sz="1400" b="1" dirty="0">
                <a:latin typeface="굴림" panose="020B0600000101010101" pitchFamily="50" charset="-127"/>
                <a:ea typeface="굴림" panose="020B0600000101010101" pitchFamily="50" charset="-127"/>
              </a:rPr>
              <a:t>{</a:t>
            </a:r>
          </a:p>
          <a:p>
            <a:pPr>
              <a:lnSpc>
                <a:spcPct val="80000"/>
              </a:lnSpc>
              <a:buNone/>
            </a:pPr>
            <a:r>
              <a:rPr lang="en-US" altLang="ko-KR" sz="1400" b="1" dirty="0">
                <a:latin typeface="굴림" panose="020B0600000101010101" pitchFamily="50" charset="-127"/>
                <a:ea typeface="굴림" panose="020B0600000101010101" pitchFamily="50" charset="-127"/>
              </a:rPr>
              <a:t>	</a:t>
            </a:r>
            <a:r>
              <a:rPr lang="en-US" altLang="ko-KR" sz="14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ch</a:t>
            </a:r>
            <a:r>
              <a:rPr lang="en-US" altLang="ko-KR" sz="1400" b="1" dirty="0">
                <a:latin typeface="굴림" panose="020B0600000101010101" pitchFamily="50" charset="-127"/>
                <a:ea typeface="굴림" panose="020B0600000101010101" pitchFamily="50" charset="-127"/>
              </a:rPr>
              <a:t> = 0;</a:t>
            </a:r>
          </a:p>
          <a:p>
            <a:pPr>
              <a:lnSpc>
                <a:spcPct val="80000"/>
              </a:lnSpc>
              <a:buNone/>
            </a:pPr>
            <a:r>
              <a:rPr lang="en-US" altLang="ko-KR" sz="1400" b="1" dirty="0">
                <a:latin typeface="굴림" panose="020B0600000101010101" pitchFamily="50" charset="-127"/>
                <a:ea typeface="굴림" panose="020B0600000101010101" pitchFamily="50" charset="-127"/>
              </a:rPr>
              <a:t>	while (</a:t>
            </a:r>
            <a:r>
              <a:rPr lang="en-US" altLang="ko-KR" sz="14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ch</a:t>
            </a:r>
            <a:r>
              <a:rPr lang="en-US" altLang="ko-KR" sz="1400" b="1" dirty="0">
                <a:latin typeface="굴림" panose="020B0600000101010101" pitchFamily="50" charset="-127"/>
                <a:ea typeface="굴림" panose="020B0600000101010101" pitchFamily="50" charset="-127"/>
              </a:rPr>
              <a:t> != 27) {	// ESC </a:t>
            </a:r>
            <a:r>
              <a:rPr lang="ko-KR" altLang="en-US" sz="1400" b="1" dirty="0">
                <a:latin typeface="굴림" panose="020B0600000101010101" pitchFamily="50" charset="-127"/>
                <a:ea typeface="굴림" panose="020B0600000101010101" pitchFamily="50" charset="-127"/>
              </a:rPr>
              <a:t>키 탈출	</a:t>
            </a:r>
          </a:p>
          <a:p>
            <a:pPr>
              <a:lnSpc>
                <a:spcPct val="80000"/>
              </a:lnSpc>
              <a:buNone/>
            </a:pPr>
            <a:r>
              <a:rPr lang="ko-KR" altLang="en-US" sz="1400" b="1" dirty="0">
                <a:latin typeface="굴림" panose="020B0600000101010101" pitchFamily="50" charset="-127"/>
                <a:ea typeface="굴림" panose="020B0600000101010101" pitchFamily="50" charset="-127"/>
              </a:rPr>
              <a:t>		</a:t>
            </a:r>
            <a:r>
              <a:rPr lang="en-US" altLang="ko-KR" sz="14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ch</a:t>
            </a:r>
            <a:r>
              <a:rPr lang="en-US" altLang="ko-KR" sz="1400" b="1" dirty="0">
                <a:latin typeface="굴림" panose="020B0600000101010101" pitchFamily="50" charset="-127"/>
                <a:ea typeface="굴림" panose="020B0600000101010101" pitchFamily="50" charset="-127"/>
              </a:rPr>
              <a:t> = _</a:t>
            </a:r>
            <a:r>
              <a:rPr lang="en-US" altLang="ko-KR" sz="14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getch</a:t>
            </a:r>
            <a:r>
              <a:rPr lang="en-US" altLang="ko-KR" sz="1400" b="1" dirty="0">
                <a:latin typeface="굴림" panose="020B0600000101010101" pitchFamily="50" charset="-127"/>
                <a:ea typeface="굴림" panose="020B0600000101010101" pitchFamily="50" charset="-127"/>
              </a:rPr>
              <a:t>(); // </a:t>
            </a:r>
            <a:r>
              <a:rPr lang="ko-KR" altLang="en-US" sz="1400" b="1" dirty="0">
                <a:latin typeface="굴림" panose="020B0600000101010101" pitchFamily="50" charset="-127"/>
                <a:ea typeface="굴림" panose="020B0600000101010101" pitchFamily="50" charset="-127"/>
              </a:rPr>
              <a:t>방향키 입력</a:t>
            </a:r>
          </a:p>
          <a:p>
            <a:pPr>
              <a:lnSpc>
                <a:spcPct val="80000"/>
              </a:lnSpc>
              <a:buNone/>
            </a:pPr>
            <a:endParaRPr lang="ko-KR" altLang="en-US" sz="1400" b="1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>
              <a:lnSpc>
                <a:spcPct val="80000"/>
              </a:lnSpc>
              <a:buNone/>
            </a:pPr>
            <a:r>
              <a:rPr lang="ko-KR" altLang="en-US" sz="1400" b="1" dirty="0">
                <a:latin typeface="굴림" panose="020B0600000101010101" pitchFamily="50" charset="-127"/>
                <a:ea typeface="굴림" panose="020B0600000101010101" pitchFamily="50" charset="-127"/>
              </a:rPr>
              <a:t>		</a:t>
            </a:r>
            <a:r>
              <a:rPr lang="en-US" altLang="ko-KR" sz="1400" b="1" dirty="0">
                <a:latin typeface="굴림" panose="020B0600000101010101" pitchFamily="50" charset="-127"/>
                <a:ea typeface="굴림" panose="020B0600000101010101" pitchFamily="50" charset="-127"/>
              </a:rPr>
              <a:t>switch (</a:t>
            </a:r>
            <a:r>
              <a:rPr lang="en-US" altLang="ko-KR" sz="14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ch</a:t>
            </a:r>
            <a:r>
              <a:rPr lang="en-US" altLang="ko-KR" sz="1400" b="1" dirty="0">
                <a:latin typeface="굴림" panose="020B0600000101010101" pitchFamily="50" charset="-127"/>
                <a:ea typeface="굴림" panose="020B0600000101010101" pitchFamily="50" charset="-127"/>
              </a:rPr>
              <a:t>) {</a:t>
            </a:r>
          </a:p>
          <a:p>
            <a:pPr>
              <a:lnSpc>
                <a:spcPct val="80000"/>
              </a:lnSpc>
              <a:buNone/>
            </a:pPr>
            <a:r>
              <a:rPr lang="en-US" altLang="ko-KR" sz="1400" b="1" dirty="0">
                <a:latin typeface="굴림" panose="020B0600000101010101" pitchFamily="50" charset="-127"/>
                <a:ea typeface="굴림" panose="020B0600000101010101" pitchFamily="50" charset="-127"/>
              </a:rPr>
              <a:t>		case 72: </a:t>
            </a:r>
            <a:r>
              <a:rPr lang="en-US" altLang="ko-KR" sz="14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St_Up</a:t>
            </a:r>
            <a:r>
              <a:rPr lang="en-US" altLang="ko-KR" sz="1400" b="1" dirty="0">
                <a:latin typeface="굴림" panose="020B0600000101010101" pitchFamily="50" charset="-127"/>
                <a:ea typeface="굴림" panose="020B0600000101010101" pitchFamily="50" charset="-127"/>
              </a:rPr>
              <a:t>(); // </a:t>
            </a:r>
            <a:r>
              <a:rPr lang="ko-KR" altLang="en-US" sz="1400" b="1" dirty="0">
                <a:latin typeface="굴림" panose="020B0600000101010101" pitchFamily="50" charset="-127"/>
                <a:ea typeface="굴림" panose="020B0600000101010101" pitchFamily="50" charset="-127"/>
              </a:rPr>
              <a:t>위</a:t>
            </a:r>
          </a:p>
          <a:p>
            <a:pPr>
              <a:lnSpc>
                <a:spcPct val="80000"/>
              </a:lnSpc>
              <a:buNone/>
            </a:pPr>
            <a:r>
              <a:rPr lang="ko-KR" altLang="en-US" sz="1400" b="1" dirty="0">
                <a:latin typeface="굴림" panose="020B0600000101010101" pitchFamily="50" charset="-127"/>
                <a:ea typeface="굴림" panose="020B0600000101010101" pitchFamily="50" charset="-127"/>
              </a:rPr>
              <a:t>			</a:t>
            </a:r>
            <a:r>
              <a:rPr lang="en-US" altLang="ko-KR" sz="1400" b="1" dirty="0">
                <a:latin typeface="굴림" panose="020B0600000101010101" pitchFamily="50" charset="-127"/>
                <a:ea typeface="굴림" panose="020B0600000101010101" pitchFamily="50" charset="-127"/>
              </a:rPr>
              <a:t>break;</a:t>
            </a:r>
          </a:p>
          <a:p>
            <a:pPr>
              <a:lnSpc>
                <a:spcPct val="80000"/>
              </a:lnSpc>
              <a:buNone/>
            </a:pPr>
            <a:r>
              <a:rPr lang="en-US" altLang="ko-KR" sz="1400" b="1" dirty="0">
                <a:latin typeface="굴림" panose="020B0600000101010101" pitchFamily="50" charset="-127"/>
                <a:ea typeface="굴림" panose="020B0600000101010101" pitchFamily="50" charset="-127"/>
              </a:rPr>
              <a:t>		case 80: </a:t>
            </a:r>
            <a:r>
              <a:rPr lang="en-US" altLang="ko-KR" sz="14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St_Down</a:t>
            </a:r>
            <a:r>
              <a:rPr lang="en-US" altLang="ko-KR" sz="1400" b="1" dirty="0">
                <a:latin typeface="굴림" panose="020B0600000101010101" pitchFamily="50" charset="-127"/>
                <a:ea typeface="굴림" panose="020B0600000101010101" pitchFamily="50" charset="-127"/>
              </a:rPr>
              <a:t>(); // </a:t>
            </a:r>
            <a:r>
              <a:rPr lang="ko-KR" altLang="en-US" sz="1400" b="1" dirty="0">
                <a:latin typeface="굴림" panose="020B0600000101010101" pitchFamily="50" charset="-127"/>
                <a:ea typeface="굴림" panose="020B0600000101010101" pitchFamily="50" charset="-127"/>
              </a:rPr>
              <a:t>아래</a:t>
            </a:r>
          </a:p>
          <a:p>
            <a:pPr>
              <a:lnSpc>
                <a:spcPct val="80000"/>
              </a:lnSpc>
              <a:buNone/>
            </a:pPr>
            <a:r>
              <a:rPr lang="ko-KR" altLang="en-US" sz="1400" b="1" dirty="0">
                <a:latin typeface="굴림" panose="020B0600000101010101" pitchFamily="50" charset="-127"/>
                <a:ea typeface="굴림" panose="020B0600000101010101" pitchFamily="50" charset="-127"/>
              </a:rPr>
              <a:t>			</a:t>
            </a:r>
            <a:r>
              <a:rPr lang="en-US" altLang="ko-KR" sz="1400" b="1" dirty="0">
                <a:latin typeface="굴림" panose="020B0600000101010101" pitchFamily="50" charset="-127"/>
                <a:ea typeface="굴림" panose="020B0600000101010101" pitchFamily="50" charset="-127"/>
              </a:rPr>
              <a:t>break;</a:t>
            </a:r>
          </a:p>
          <a:p>
            <a:pPr>
              <a:lnSpc>
                <a:spcPct val="80000"/>
              </a:lnSpc>
              <a:buNone/>
            </a:pPr>
            <a:r>
              <a:rPr lang="en-US" altLang="ko-KR" sz="1400" b="1" dirty="0">
                <a:latin typeface="굴림" panose="020B0600000101010101" pitchFamily="50" charset="-127"/>
                <a:ea typeface="굴림" panose="020B0600000101010101" pitchFamily="50" charset="-127"/>
              </a:rPr>
              <a:t>		case 75: </a:t>
            </a:r>
            <a:r>
              <a:rPr lang="en-US" altLang="ko-KR" sz="14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St_Left</a:t>
            </a:r>
            <a:r>
              <a:rPr lang="en-US" altLang="ko-KR" sz="1400" b="1" dirty="0">
                <a:latin typeface="굴림" panose="020B0600000101010101" pitchFamily="50" charset="-127"/>
                <a:ea typeface="굴림" panose="020B0600000101010101" pitchFamily="50" charset="-127"/>
              </a:rPr>
              <a:t>(); // </a:t>
            </a:r>
            <a:r>
              <a:rPr lang="ko-KR" altLang="en-US" sz="1400" b="1" dirty="0">
                <a:latin typeface="굴림" panose="020B0600000101010101" pitchFamily="50" charset="-127"/>
                <a:ea typeface="굴림" panose="020B0600000101010101" pitchFamily="50" charset="-127"/>
              </a:rPr>
              <a:t>왼쪽</a:t>
            </a:r>
          </a:p>
          <a:p>
            <a:pPr>
              <a:lnSpc>
                <a:spcPct val="80000"/>
              </a:lnSpc>
              <a:buNone/>
            </a:pPr>
            <a:r>
              <a:rPr lang="ko-KR" altLang="en-US" sz="1400" b="1" dirty="0">
                <a:latin typeface="굴림" panose="020B0600000101010101" pitchFamily="50" charset="-127"/>
                <a:ea typeface="굴림" panose="020B0600000101010101" pitchFamily="50" charset="-127"/>
              </a:rPr>
              <a:t>			</a:t>
            </a:r>
            <a:r>
              <a:rPr lang="en-US" altLang="ko-KR" sz="1400" b="1" dirty="0">
                <a:latin typeface="굴림" panose="020B0600000101010101" pitchFamily="50" charset="-127"/>
                <a:ea typeface="굴림" panose="020B0600000101010101" pitchFamily="50" charset="-127"/>
              </a:rPr>
              <a:t>break;</a:t>
            </a:r>
          </a:p>
          <a:p>
            <a:pPr>
              <a:lnSpc>
                <a:spcPct val="80000"/>
              </a:lnSpc>
              <a:buNone/>
            </a:pPr>
            <a:r>
              <a:rPr lang="en-US" altLang="ko-KR" sz="1400" b="1" dirty="0">
                <a:latin typeface="굴림" panose="020B0600000101010101" pitchFamily="50" charset="-127"/>
                <a:ea typeface="굴림" panose="020B0600000101010101" pitchFamily="50" charset="-127"/>
              </a:rPr>
              <a:t>		case 77: </a:t>
            </a:r>
            <a:r>
              <a:rPr lang="en-US" altLang="ko-KR" sz="14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St_Right</a:t>
            </a:r>
            <a:r>
              <a:rPr lang="en-US" altLang="ko-KR" sz="1400" b="1" dirty="0">
                <a:latin typeface="굴림" panose="020B0600000101010101" pitchFamily="50" charset="-127"/>
                <a:ea typeface="굴림" panose="020B0600000101010101" pitchFamily="50" charset="-127"/>
              </a:rPr>
              <a:t>(); // </a:t>
            </a:r>
            <a:r>
              <a:rPr lang="ko-KR" altLang="en-US" sz="1400" b="1" dirty="0">
                <a:latin typeface="굴림" panose="020B0600000101010101" pitchFamily="50" charset="-127"/>
                <a:ea typeface="굴림" panose="020B0600000101010101" pitchFamily="50" charset="-127"/>
              </a:rPr>
              <a:t>오른쪽</a:t>
            </a:r>
          </a:p>
          <a:p>
            <a:pPr>
              <a:lnSpc>
                <a:spcPct val="80000"/>
              </a:lnSpc>
              <a:buNone/>
            </a:pPr>
            <a:r>
              <a:rPr lang="ko-KR" altLang="en-US" sz="1400" b="1" dirty="0">
                <a:latin typeface="굴림" panose="020B0600000101010101" pitchFamily="50" charset="-127"/>
                <a:ea typeface="굴림" panose="020B0600000101010101" pitchFamily="50" charset="-127"/>
              </a:rPr>
              <a:t>			</a:t>
            </a:r>
            <a:r>
              <a:rPr lang="en-US" altLang="ko-KR" sz="1400" b="1" dirty="0">
                <a:latin typeface="굴림" panose="020B0600000101010101" pitchFamily="50" charset="-127"/>
                <a:ea typeface="굴림" panose="020B0600000101010101" pitchFamily="50" charset="-127"/>
              </a:rPr>
              <a:t>break;</a:t>
            </a:r>
          </a:p>
          <a:p>
            <a:pPr>
              <a:lnSpc>
                <a:spcPct val="80000"/>
              </a:lnSpc>
              <a:buNone/>
            </a:pPr>
            <a:r>
              <a:rPr lang="en-US" altLang="ko-KR" sz="1400" b="1" dirty="0">
                <a:latin typeface="굴림" panose="020B0600000101010101" pitchFamily="50" charset="-127"/>
                <a:ea typeface="굴림" panose="020B0600000101010101" pitchFamily="50" charset="-127"/>
              </a:rPr>
              <a:t>		}</a:t>
            </a:r>
          </a:p>
          <a:p>
            <a:pPr>
              <a:lnSpc>
                <a:spcPct val="80000"/>
              </a:lnSpc>
              <a:buNone/>
            </a:pPr>
            <a:r>
              <a:rPr lang="en-US" altLang="ko-KR" sz="1400" b="1" dirty="0">
                <a:latin typeface="굴림" panose="020B0600000101010101" pitchFamily="50" charset="-127"/>
                <a:ea typeface="굴림" panose="020B0600000101010101" pitchFamily="50" charset="-127"/>
              </a:rPr>
              <a:t>		system("</a:t>
            </a:r>
            <a:r>
              <a:rPr lang="en-US" altLang="ko-KR" sz="14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cls</a:t>
            </a:r>
            <a:r>
              <a:rPr lang="en-US" altLang="ko-KR" sz="1400" b="1" dirty="0">
                <a:latin typeface="굴림" panose="020B0600000101010101" pitchFamily="50" charset="-127"/>
                <a:ea typeface="굴림" panose="020B0600000101010101" pitchFamily="50" charset="-127"/>
              </a:rPr>
              <a:t>");		</a:t>
            </a:r>
          </a:p>
          <a:p>
            <a:pPr>
              <a:lnSpc>
                <a:spcPct val="80000"/>
              </a:lnSpc>
              <a:buNone/>
            </a:pPr>
            <a:r>
              <a:rPr lang="en-US" altLang="ko-KR" sz="1400" b="1" dirty="0">
                <a:latin typeface="굴림" panose="020B0600000101010101" pitchFamily="50" charset="-127"/>
                <a:ea typeface="굴림" panose="020B0600000101010101" pitchFamily="50" charset="-127"/>
              </a:rPr>
              <a:t>		</a:t>
            </a:r>
            <a:r>
              <a:rPr lang="en-US" altLang="ko-KR" sz="14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Draw_Map</a:t>
            </a:r>
            <a:r>
              <a:rPr lang="en-US" altLang="ko-KR" sz="1400" b="1" dirty="0">
                <a:latin typeface="굴림" panose="020B0600000101010101" pitchFamily="50" charset="-127"/>
                <a:ea typeface="굴림" panose="020B0600000101010101" pitchFamily="50" charset="-127"/>
              </a:rPr>
              <a:t>();</a:t>
            </a:r>
          </a:p>
          <a:p>
            <a:pPr>
              <a:lnSpc>
                <a:spcPct val="80000"/>
              </a:lnSpc>
              <a:buNone/>
            </a:pPr>
            <a:r>
              <a:rPr lang="en-US" altLang="ko-KR" sz="1400" b="1" dirty="0">
                <a:latin typeface="굴림" panose="020B0600000101010101" pitchFamily="50" charset="-127"/>
                <a:ea typeface="굴림" panose="020B0600000101010101" pitchFamily="50" charset="-127"/>
              </a:rPr>
              <a:t>	}</a:t>
            </a:r>
          </a:p>
          <a:p>
            <a:pPr>
              <a:lnSpc>
                <a:spcPct val="80000"/>
              </a:lnSpc>
              <a:buNone/>
            </a:pPr>
            <a:r>
              <a:rPr lang="en-US" altLang="ko-KR" sz="1400" b="1" dirty="0">
                <a:latin typeface="굴림" panose="020B0600000101010101" pitchFamily="50" charset="-127"/>
                <a:ea typeface="굴림" panose="020B0600000101010101" pitchFamily="50" charset="-127"/>
              </a:rPr>
              <a:t>}</a:t>
            </a:r>
            <a:endParaRPr lang="en-US" altLang="ko-KR" sz="1600" b="1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118836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2800" dirty="0"/>
              <a:t>실습 </a:t>
            </a:r>
            <a:r>
              <a:rPr lang="ko-KR" altLang="en-US" sz="2800" dirty="0" smtClean="0"/>
              <a:t>프로그램</a:t>
            </a:r>
            <a:endParaRPr kumimoji="0" lang="en-US" altLang="ko-KR" sz="2800" dirty="0" smtClean="0"/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lnSpc>
                <a:spcPct val="80000"/>
              </a:lnSpc>
              <a:buNone/>
            </a:pPr>
            <a:r>
              <a:rPr lang="en-US" altLang="ko-KR" sz="1400" b="1" dirty="0">
                <a:latin typeface="굴림" panose="020B0600000101010101" pitchFamily="50" charset="-127"/>
                <a:ea typeface="굴림" panose="020B0600000101010101" pitchFamily="50" charset="-127"/>
              </a:rPr>
              <a:t>void CLA::</a:t>
            </a:r>
            <a:r>
              <a:rPr lang="en-US" altLang="ko-KR" sz="14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St_Up</a:t>
            </a:r>
            <a:r>
              <a:rPr lang="en-US" altLang="ko-KR" sz="1400" b="1" dirty="0">
                <a:latin typeface="굴림" panose="020B0600000101010101" pitchFamily="50" charset="-127"/>
                <a:ea typeface="굴림" panose="020B0600000101010101" pitchFamily="50" charset="-127"/>
              </a:rPr>
              <a:t>() // </a:t>
            </a:r>
            <a:r>
              <a:rPr lang="ko-KR" altLang="en-US" sz="1400" b="1" dirty="0">
                <a:latin typeface="굴림" panose="020B0600000101010101" pitchFamily="50" charset="-127"/>
                <a:ea typeface="굴림" panose="020B0600000101010101" pitchFamily="50" charset="-127"/>
              </a:rPr>
              <a:t>위</a:t>
            </a:r>
          </a:p>
          <a:p>
            <a:pPr>
              <a:lnSpc>
                <a:spcPct val="80000"/>
              </a:lnSpc>
              <a:buNone/>
            </a:pPr>
            <a:r>
              <a:rPr lang="en-US" altLang="ko-KR" sz="1400" b="1" dirty="0">
                <a:latin typeface="굴림" panose="020B0600000101010101" pitchFamily="50" charset="-127"/>
                <a:ea typeface="굴림" panose="020B0600000101010101" pitchFamily="50" charset="-127"/>
              </a:rPr>
              <a:t>{</a:t>
            </a:r>
          </a:p>
          <a:p>
            <a:pPr>
              <a:lnSpc>
                <a:spcPct val="80000"/>
              </a:lnSpc>
              <a:buNone/>
            </a:pPr>
            <a:r>
              <a:rPr lang="en-US" altLang="ko-KR" sz="1400" b="1" dirty="0">
                <a:latin typeface="굴림" panose="020B0600000101010101" pitchFamily="50" charset="-127"/>
                <a:ea typeface="굴림" panose="020B0600000101010101" pitchFamily="50" charset="-127"/>
              </a:rPr>
              <a:t>	--</a:t>
            </a:r>
            <a:r>
              <a:rPr lang="en-US" altLang="ko-KR" sz="14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sy</a:t>
            </a:r>
            <a:r>
              <a:rPr lang="en-US" altLang="ko-KR" sz="1400" b="1" dirty="0">
                <a:latin typeface="굴림" panose="020B0600000101010101" pitchFamily="50" charset="-127"/>
                <a:ea typeface="굴림" panose="020B0600000101010101" pitchFamily="50" charset="-127"/>
              </a:rPr>
              <a:t>;</a:t>
            </a:r>
          </a:p>
          <a:p>
            <a:pPr>
              <a:lnSpc>
                <a:spcPct val="80000"/>
              </a:lnSpc>
              <a:buNone/>
            </a:pPr>
            <a:r>
              <a:rPr lang="en-US" altLang="ko-KR" sz="1400" b="1" dirty="0">
                <a:latin typeface="굴림" panose="020B0600000101010101" pitchFamily="50" charset="-127"/>
                <a:ea typeface="굴림" panose="020B0600000101010101" pitchFamily="50" charset="-127"/>
              </a:rPr>
              <a:t>	if (</a:t>
            </a:r>
            <a:r>
              <a:rPr lang="en-US" altLang="ko-KR" sz="14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sy</a:t>
            </a:r>
            <a:r>
              <a:rPr lang="en-US" altLang="ko-KR" sz="1400" b="1" dirty="0">
                <a:latin typeface="굴림" panose="020B0600000101010101" pitchFamily="50" charset="-127"/>
                <a:ea typeface="굴림" panose="020B0600000101010101" pitchFamily="50" charset="-127"/>
              </a:rPr>
              <a:t> == 0) </a:t>
            </a:r>
            <a:r>
              <a:rPr lang="en-US" altLang="ko-KR" sz="14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sy</a:t>
            </a:r>
            <a:r>
              <a:rPr lang="en-US" altLang="ko-KR" sz="1400" b="1" dirty="0">
                <a:latin typeface="굴림" panose="020B0600000101010101" pitchFamily="50" charset="-127"/>
                <a:ea typeface="굴림" panose="020B0600000101010101" pitchFamily="50" charset="-127"/>
              </a:rPr>
              <a:t> = 1; // </a:t>
            </a:r>
            <a:r>
              <a:rPr lang="ko-KR" altLang="en-US" sz="1400" b="1" dirty="0">
                <a:latin typeface="굴림" panose="020B0600000101010101" pitchFamily="50" charset="-127"/>
                <a:ea typeface="굴림" panose="020B0600000101010101" pitchFamily="50" charset="-127"/>
              </a:rPr>
              <a:t>한계치 지정</a:t>
            </a:r>
          </a:p>
          <a:p>
            <a:pPr>
              <a:lnSpc>
                <a:spcPct val="80000"/>
              </a:lnSpc>
              <a:buNone/>
            </a:pPr>
            <a:r>
              <a:rPr lang="ko-KR" altLang="en-US" sz="1400" b="1" dirty="0">
                <a:latin typeface="굴림" panose="020B0600000101010101" pitchFamily="50" charset="-127"/>
                <a:ea typeface="굴림" panose="020B0600000101010101" pitchFamily="50" charset="-127"/>
              </a:rPr>
              <a:t>	</a:t>
            </a:r>
            <a:r>
              <a:rPr lang="en-US" altLang="ko-KR" sz="1400" b="1" dirty="0">
                <a:latin typeface="굴림" panose="020B0600000101010101" pitchFamily="50" charset="-127"/>
                <a:ea typeface="굴림" panose="020B0600000101010101" pitchFamily="50" charset="-127"/>
              </a:rPr>
              <a:t>map[</a:t>
            </a:r>
            <a:r>
              <a:rPr lang="en-US" altLang="ko-KR" sz="14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sy</a:t>
            </a:r>
            <a:r>
              <a:rPr lang="en-US" altLang="ko-KR" sz="1400" b="1" dirty="0">
                <a:latin typeface="굴림" panose="020B0600000101010101" pitchFamily="50" charset="-127"/>
                <a:ea typeface="굴림" panose="020B0600000101010101" pitchFamily="50" charset="-127"/>
              </a:rPr>
              <a:t>][</a:t>
            </a:r>
            <a:r>
              <a:rPr lang="en-US" altLang="ko-KR" sz="14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sx</a:t>
            </a:r>
            <a:r>
              <a:rPr lang="en-US" altLang="ko-KR" sz="1400" b="1" dirty="0">
                <a:latin typeface="굴림" panose="020B0600000101010101" pitchFamily="50" charset="-127"/>
                <a:ea typeface="굴림" panose="020B0600000101010101" pitchFamily="50" charset="-127"/>
              </a:rPr>
              <a:t>] = 2;</a:t>
            </a:r>
          </a:p>
          <a:p>
            <a:pPr>
              <a:lnSpc>
                <a:spcPct val="80000"/>
              </a:lnSpc>
              <a:buNone/>
            </a:pPr>
            <a:r>
              <a:rPr lang="en-US" altLang="ko-KR" sz="1400" b="1" dirty="0">
                <a:latin typeface="굴림" panose="020B0600000101010101" pitchFamily="50" charset="-127"/>
                <a:ea typeface="굴림" panose="020B0600000101010101" pitchFamily="50" charset="-127"/>
              </a:rPr>
              <a:t>}</a:t>
            </a:r>
          </a:p>
          <a:p>
            <a:pPr>
              <a:lnSpc>
                <a:spcPct val="80000"/>
              </a:lnSpc>
              <a:buNone/>
            </a:pPr>
            <a:endParaRPr lang="en-US" altLang="ko-KR" sz="1400" b="1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>
              <a:lnSpc>
                <a:spcPct val="80000"/>
              </a:lnSpc>
              <a:buNone/>
            </a:pPr>
            <a:r>
              <a:rPr lang="en-US" altLang="ko-KR" sz="1400" b="1" dirty="0">
                <a:latin typeface="굴림" panose="020B0600000101010101" pitchFamily="50" charset="-127"/>
                <a:ea typeface="굴림" panose="020B0600000101010101" pitchFamily="50" charset="-127"/>
              </a:rPr>
              <a:t>void CLA::</a:t>
            </a:r>
            <a:r>
              <a:rPr lang="en-US" altLang="ko-KR" sz="14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St_Down</a:t>
            </a:r>
            <a:r>
              <a:rPr lang="en-US" altLang="ko-KR" sz="1400" b="1" dirty="0">
                <a:latin typeface="굴림" panose="020B0600000101010101" pitchFamily="50" charset="-127"/>
                <a:ea typeface="굴림" panose="020B0600000101010101" pitchFamily="50" charset="-127"/>
              </a:rPr>
              <a:t>() // </a:t>
            </a:r>
            <a:r>
              <a:rPr lang="ko-KR" altLang="en-US" sz="1400" b="1" dirty="0">
                <a:latin typeface="굴림" panose="020B0600000101010101" pitchFamily="50" charset="-127"/>
                <a:ea typeface="굴림" panose="020B0600000101010101" pitchFamily="50" charset="-127"/>
              </a:rPr>
              <a:t>아래</a:t>
            </a:r>
          </a:p>
          <a:p>
            <a:pPr>
              <a:lnSpc>
                <a:spcPct val="80000"/>
              </a:lnSpc>
              <a:buNone/>
            </a:pPr>
            <a:r>
              <a:rPr lang="en-US" altLang="ko-KR" sz="1400" b="1" dirty="0">
                <a:latin typeface="굴림" panose="020B0600000101010101" pitchFamily="50" charset="-127"/>
                <a:ea typeface="굴림" panose="020B0600000101010101" pitchFamily="50" charset="-127"/>
              </a:rPr>
              <a:t>{</a:t>
            </a:r>
          </a:p>
          <a:p>
            <a:pPr>
              <a:lnSpc>
                <a:spcPct val="80000"/>
              </a:lnSpc>
              <a:buNone/>
            </a:pPr>
            <a:r>
              <a:rPr lang="en-US" altLang="ko-KR" sz="1400" b="1" dirty="0">
                <a:latin typeface="굴림" panose="020B0600000101010101" pitchFamily="50" charset="-127"/>
                <a:ea typeface="굴림" panose="020B0600000101010101" pitchFamily="50" charset="-127"/>
              </a:rPr>
              <a:t>	++</a:t>
            </a:r>
            <a:r>
              <a:rPr lang="en-US" altLang="ko-KR" sz="14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sy</a:t>
            </a:r>
            <a:r>
              <a:rPr lang="en-US" altLang="ko-KR" sz="1400" b="1" dirty="0">
                <a:latin typeface="굴림" panose="020B0600000101010101" pitchFamily="50" charset="-127"/>
                <a:ea typeface="굴림" panose="020B0600000101010101" pitchFamily="50" charset="-127"/>
              </a:rPr>
              <a:t>;</a:t>
            </a:r>
          </a:p>
          <a:p>
            <a:pPr>
              <a:lnSpc>
                <a:spcPct val="80000"/>
              </a:lnSpc>
              <a:buNone/>
            </a:pPr>
            <a:r>
              <a:rPr lang="en-US" altLang="ko-KR" sz="1400" b="1" dirty="0">
                <a:latin typeface="굴림" panose="020B0600000101010101" pitchFamily="50" charset="-127"/>
                <a:ea typeface="굴림" panose="020B0600000101010101" pitchFamily="50" charset="-127"/>
              </a:rPr>
              <a:t>	if (</a:t>
            </a:r>
            <a:r>
              <a:rPr lang="en-US" altLang="ko-KR" sz="14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sy</a:t>
            </a:r>
            <a:r>
              <a:rPr lang="en-US" altLang="ko-KR" sz="1400" b="1" dirty="0">
                <a:latin typeface="굴림" panose="020B0600000101010101" pitchFamily="50" charset="-127"/>
                <a:ea typeface="굴림" panose="020B0600000101010101" pitchFamily="50" charset="-127"/>
              </a:rPr>
              <a:t> == 7) </a:t>
            </a:r>
            <a:r>
              <a:rPr lang="en-US" altLang="ko-KR" sz="14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sy</a:t>
            </a:r>
            <a:r>
              <a:rPr lang="en-US" altLang="ko-KR" sz="1400" b="1" dirty="0">
                <a:latin typeface="굴림" panose="020B0600000101010101" pitchFamily="50" charset="-127"/>
                <a:ea typeface="굴림" panose="020B0600000101010101" pitchFamily="50" charset="-127"/>
              </a:rPr>
              <a:t> = 6; // </a:t>
            </a:r>
            <a:r>
              <a:rPr lang="ko-KR" altLang="en-US" sz="1400" b="1" dirty="0">
                <a:latin typeface="굴림" panose="020B0600000101010101" pitchFamily="50" charset="-127"/>
                <a:ea typeface="굴림" panose="020B0600000101010101" pitchFamily="50" charset="-127"/>
              </a:rPr>
              <a:t>한계치 지정</a:t>
            </a:r>
          </a:p>
          <a:p>
            <a:pPr>
              <a:lnSpc>
                <a:spcPct val="80000"/>
              </a:lnSpc>
              <a:buNone/>
            </a:pPr>
            <a:r>
              <a:rPr lang="ko-KR" altLang="en-US" sz="1400" b="1" dirty="0">
                <a:latin typeface="굴림" panose="020B0600000101010101" pitchFamily="50" charset="-127"/>
                <a:ea typeface="굴림" panose="020B0600000101010101" pitchFamily="50" charset="-127"/>
              </a:rPr>
              <a:t>	</a:t>
            </a:r>
            <a:r>
              <a:rPr lang="en-US" altLang="ko-KR" sz="1400" b="1" dirty="0">
                <a:latin typeface="굴림" panose="020B0600000101010101" pitchFamily="50" charset="-127"/>
                <a:ea typeface="굴림" panose="020B0600000101010101" pitchFamily="50" charset="-127"/>
              </a:rPr>
              <a:t>map[</a:t>
            </a:r>
            <a:r>
              <a:rPr lang="en-US" altLang="ko-KR" sz="14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sy</a:t>
            </a:r>
            <a:r>
              <a:rPr lang="en-US" altLang="ko-KR" sz="1400" b="1" dirty="0">
                <a:latin typeface="굴림" panose="020B0600000101010101" pitchFamily="50" charset="-127"/>
                <a:ea typeface="굴림" panose="020B0600000101010101" pitchFamily="50" charset="-127"/>
              </a:rPr>
              <a:t>][</a:t>
            </a:r>
            <a:r>
              <a:rPr lang="en-US" altLang="ko-KR" sz="14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sx</a:t>
            </a:r>
            <a:r>
              <a:rPr lang="en-US" altLang="ko-KR" sz="1400" b="1" dirty="0">
                <a:latin typeface="굴림" panose="020B0600000101010101" pitchFamily="50" charset="-127"/>
                <a:ea typeface="굴림" panose="020B0600000101010101" pitchFamily="50" charset="-127"/>
              </a:rPr>
              <a:t>] = 2;</a:t>
            </a:r>
          </a:p>
          <a:p>
            <a:pPr>
              <a:lnSpc>
                <a:spcPct val="80000"/>
              </a:lnSpc>
              <a:buNone/>
            </a:pPr>
            <a:r>
              <a:rPr lang="en-US" altLang="ko-KR" sz="1400" b="1" dirty="0">
                <a:latin typeface="굴림" panose="020B0600000101010101" pitchFamily="50" charset="-127"/>
                <a:ea typeface="굴림" panose="020B0600000101010101" pitchFamily="50" charset="-127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7859758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2800" dirty="0"/>
              <a:t>실습 </a:t>
            </a:r>
            <a:r>
              <a:rPr lang="ko-KR" altLang="en-US" sz="2800" dirty="0" smtClean="0"/>
              <a:t>프로그램</a:t>
            </a:r>
            <a:endParaRPr kumimoji="0" lang="en-US" altLang="ko-KR" sz="2800" dirty="0" smtClean="0"/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lnSpc>
                <a:spcPct val="80000"/>
              </a:lnSpc>
              <a:buNone/>
            </a:pPr>
            <a:r>
              <a:rPr lang="en-US" altLang="ko-KR" sz="1400" b="1" dirty="0">
                <a:latin typeface="굴림" panose="020B0600000101010101" pitchFamily="50" charset="-127"/>
                <a:ea typeface="굴림" panose="020B0600000101010101" pitchFamily="50" charset="-127"/>
              </a:rPr>
              <a:t>void CLA::</a:t>
            </a:r>
            <a:r>
              <a:rPr lang="en-US" altLang="ko-KR" sz="14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St_Left</a:t>
            </a:r>
            <a:r>
              <a:rPr lang="en-US" altLang="ko-KR" sz="1400" b="1" dirty="0">
                <a:latin typeface="굴림" panose="020B0600000101010101" pitchFamily="50" charset="-127"/>
                <a:ea typeface="굴림" panose="020B0600000101010101" pitchFamily="50" charset="-127"/>
              </a:rPr>
              <a:t>() // </a:t>
            </a:r>
            <a:r>
              <a:rPr lang="ko-KR" altLang="en-US" sz="1400" b="1" dirty="0">
                <a:latin typeface="굴림" panose="020B0600000101010101" pitchFamily="50" charset="-127"/>
                <a:ea typeface="굴림" panose="020B0600000101010101" pitchFamily="50" charset="-127"/>
              </a:rPr>
              <a:t>왼쪽</a:t>
            </a:r>
          </a:p>
          <a:p>
            <a:pPr>
              <a:lnSpc>
                <a:spcPct val="80000"/>
              </a:lnSpc>
              <a:buNone/>
            </a:pPr>
            <a:r>
              <a:rPr lang="en-US" altLang="ko-KR" sz="1400" b="1" dirty="0">
                <a:latin typeface="굴림" panose="020B0600000101010101" pitchFamily="50" charset="-127"/>
                <a:ea typeface="굴림" panose="020B0600000101010101" pitchFamily="50" charset="-127"/>
              </a:rPr>
              <a:t>{</a:t>
            </a:r>
          </a:p>
          <a:p>
            <a:pPr>
              <a:lnSpc>
                <a:spcPct val="80000"/>
              </a:lnSpc>
              <a:buNone/>
            </a:pPr>
            <a:r>
              <a:rPr lang="en-US" altLang="ko-KR" sz="1400" b="1" dirty="0">
                <a:latin typeface="굴림" panose="020B0600000101010101" pitchFamily="50" charset="-127"/>
                <a:ea typeface="굴림" panose="020B0600000101010101" pitchFamily="50" charset="-127"/>
              </a:rPr>
              <a:t>	--</a:t>
            </a:r>
            <a:r>
              <a:rPr lang="en-US" altLang="ko-KR" sz="14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sx</a:t>
            </a:r>
            <a:r>
              <a:rPr lang="en-US" altLang="ko-KR" sz="1400" b="1" dirty="0">
                <a:latin typeface="굴림" panose="020B0600000101010101" pitchFamily="50" charset="-127"/>
                <a:ea typeface="굴림" panose="020B0600000101010101" pitchFamily="50" charset="-127"/>
              </a:rPr>
              <a:t>;</a:t>
            </a:r>
          </a:p>
          <a:p>
            <a:pPr>
              <a:lnSpc>
                <a:spcPct val="80000"/>
              </a:lnSpc>
              <a:buNone/>
            </a:pPr>
            <a:r>
              <a:rPr lang="en-US" altLang="ko-KR" sz="1400" b="1" dirty="0">
                <a:latin typeface="굴림" panose="020B0600000101010101" pitchFamily="50" charset="-127"/>
                <a:ea typeface="굴림" panose="020B0600000101010101" pitchFamily="50" charset="-127"/>
              </a:rPr>
              <a:t>	if (</a:t>
            </a:r>
            <a:r>
              <a:rPr lang="en-US" altLang="ko-KR" sz="14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sx</a:t>
            </a:r>
            <a:r>
              <a:rPr lang="en-US" altLang="ko-KR" sz="1400" b="1" dirty="0">
                <a:latin typeface="굴림" panose="020B0600000101010101" pitchFamily="50" charset="-127"/>
                <a:ea typeface="굴림" panose="020B0600000101010101" pitchFamily="50" charset="-127"/>
              </a:rPr>
              <a:t> == 0) </a:t>
            </a:r>
            <a:r>
              <a:rPr lang="en-US" altLang="ko-KR" sz="14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sx</a:t>
            </a:r>
            <a:r>
              <a:rPr lang="en-US" altLang="ko-KR" sz="1400" b="1" dirty="0">
                <a:latin typeface="굴림" panose="020B0600000101010101" pitchFamily="50" charset="-127"/>
                <a:ea typeface="굴림" panose="020B0600000101010101" pitchFamily="50" charset="-127"/>
              </a:rPr>
              <a:t> = 1; // </a:t>
            </a:r>
            <a:r>
              <a:rPr lang="ko-KR" altLang="en-US" sz="1400" b="1" dirty="0">
                <a:latin typeface="굴림" panose="020B0600000101010101" pitchFamily="50" charset="-127"/>
                <a:ea typeface="굴림" panose="020B0600000101010101" pitchFamily="50" charset="-127"/>
              </a:rPr>
              <a:t>한계치 지정</a:t>
            </a:r>
          </a:p>
          <a:p>
            <a:pPr>
              <a:lnSpc>
                <a:spcPct val="80000"/>
              </a:lnSpc>
              <a:buNone/>
            </a:pPr>
            <a:r>
              <a:rPr lang="ko-KR" altLang="en-US" sz="1400" b="1" dirty="0">
                <a:latin typeface="굴림" panose="020B0600000101010101" pitchFamily="50" charset="-127"/>
                <a:ea typeface="굴림" panose="020B0600000101010101" pitchFamily="50" charset="-127"/>
              </a:rPr>
              <a:t>	</a:t>
            </a:r>
            <a:r>
              <a:rPr lang="en-US" altLang="ko-KR" sz="1400" b="1" dirty="0">
                <a:latin typeface="굴림" panose="020B0600000101010101" pitchFamily="50" charset="-127"/>
                <a:ea typeface="굴림" panose="020B0600000101010101" pitchFamily="50" charset="-127"/>
              </a:rPr>
              <a:t>map[</a:t>
            </a:r>
            <a:r>
              <a:rPr lang="en-US" altLang="ko-KR" sz="14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sy</a:t>
            </a:r>
            <a:r>
              <a:rPr lang="en-US" altLang="ko-KR" sz="1400" b="1" dirty="0">
                <a:latin typeface="굴림" panose="020B0600000101010101" pitchFamily="50" charset="-127"/>
                <a:ea typeface="굴림" panose="020B0600000101010101" pitchFamily="50" charset="-127"/>
              </a:rPr>
              <a:t>][</a:t>
            </a:r>
            <a:r>
              <a:rPr lang="en-US" altLang="ko-KR" sz="14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sx</a:t>
            </a:r>
            <a:r>
              <a:rPr lang="en-US" altLang="ko-KR" sz="1400" b="1" dirty="0">
                <a:latin typeface="굴림" panose="020B0600000101010101" pitchFamily="50" charset="-127"/>
                <a:ea typeface="굴림" panose="020B0600000101010101" pitchFamily="50" charset="-127"/>
              </a:rPr>
              <a:t>] = 2;</a:t>
            </a:r>
          </a:p>
          <a:p>
            <a:pPr>
              <a:lnSpc>
                <a:spcPct val="80000"/>
              </a:lnSpc>
              <a:buNone/>
            </a:pPr>
            <a:r>
              <a:rPr lang="en-US" altLang="ko-KR" sz="1400" b="1" dirty="0">
                <a:latin typeface="굴림" panose="020B0600000101010101" pitchFamily="50" charset="-127"/>
                <a:ea typeface="굴림" panose="020B0600000101010101" pitchFamily="50" charset="-127"/>
              </a:rPr>
              <a:t>}</a:t>
            </a:r>
          </a:p>
          <a:p>
            <a:pPr>
              <a:lnSpc>
                <a:spcPct val="80000"/>
              </a:lnSpc>
              <a:buNone/>
            </a:pPr>
            <a:endParaRPr lang="en-US" altLang="ko-KR" sz="1400" b="1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>
              <a:lnSpc>
                <a:spcPct val="80000"/>
              </a:lnSpc>
              <a:buNone/>
            </a:pPr>
            <a:r>
              <a:rPr lang="en-US" altLang="ko-KR" sz="1400" b="1" dirty="0">
                <a:latin typeface="굴림" panose="020B0600000101010101" pitchFamily="50" charset="-127"/>
                <a:ea typeface="굴림" panose="020B0600000101010101" pitchFamily="50" charset="-127"/>
              </a:rPr>
              <a:t>void CLA::</a:t>
            </a:r>
            <a:r>
              <a:rPr lang="en-US" altLang="ko-KR" sz="14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St_Right</a:t>
            </a:r>
            <a:r>
              <a:rPr lang="en-US" altLang="ko-KR" sz="1400" b="1" dirty="0">
                <a:latin typeface="굴림" panose="020B0600000101010101" pitchFamily="50" charset="-127"/>
                <a:ea typeface="굴림" panose="020B0600000101010101" pitchFamily="50" charset="-127"/>
              </a:rPr>
              <a:t>() // </a:t>
            </a:r>
            <a:r>
              <a:rPr lang="ko-KR" altLang="en-US" sz="1400" b="1" dirty="0">
                <a:latin typeface="굴림" panose="020B0600000101010101" pitchFamily="50" charset="-127"/>
                <a:ea typeface="굴림" panose="020B0600000101010101" pitchFamily="50" charset="-127"/>
              </a:rPr>
              <a:t>오른쪽</a:t>
            </a:r>
          </a:p>
          <a:p>
            <a:pPr>
              <a:lnSpc>
                <a:spcPct val="80000"/>
              </a:lnSpc>
              <a:buNone/>
            </a:pPr>
            <a:r>
              <a:rPr lang="en-US" altLang="ko-KR" sz="1400" b="1" dirty="0">
                <a:latin typeface="굴림" panose="020B0600000101010101" pitchFamily="50" charset="-127"/>
                <a:ea typeface="굴림" panose="020B0600000101010101" pitchFamily="50" charset="-127"/>
              </a:rPr>
              <a:t>{</a:t>
            </a:r>
          </a:p>
          <a:p>
            <a:pPr>
              <a:lnSpc>
                <a:spcPct val="80000"/>
              </a:lnSpc>
              <a:buNone/>
            </a:pPr>
            <a:r>
              <a:rPr lang="en-US" altLang="ko-KR" sz="1400" b="1" dirty="0">
                <a:latin typeface="굴림" panose="020B0600000101010101" pitchFamily="50" charset="-127"/>
                <a:ea typeface="굴림" panose="020B0600000101010101" pitchFamily="50" charset="-127"/>
              </a:rPr>
              <a:t>	++</a:t>
            </a:r>
            <a:r>
              <a:rPr lang="en-US" altLang="ko-KR" sz="14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sx</a:t>
            </a:r>
            <a:r>
              <a:rPr lang="en-US" altLang="ko-KR" sz="1400" b="1" dirty="0">
                <a:latin typeface="굴림" panose="020B0600000101010101" pitchFamily="50" charset="-127"/>
                <a:ea typeface="굴림" panose="020B0600000101010101" pitchFamily="50" charset="-127"/>
              </a:rPr>
              <a:t>;</a:t>
            </a:r>
          </a:p>
          <a:p>
            <a:pPr>
              <a:lnSpc>
                <a:spcPct val="80000"/>
              </a:lnSpc>
              <a:buNone/>
            </a:pPr>
            <a:r>
              <a:rPr lang="en-US" altLang="ko-KR" sz="1400" b="1" dirty="0">
                <a:latin typeface="굴림" panose="020B0600000101010101" pitchFamily="50" charset="-127"/>
                <a:ea typeface="굴림" panose="020B0600000101010101" pitchFamily="50" charset="-127"/>
              </a:rPr>
              <a:t>	if (</a:t>
            </a:r>
            <a:r>
              <a:rPr lang="en-US" altLang="ko-KR" sz="14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sx</a:t>
            </a:r>
            <a:r>
              <a:rPr lang="en-US" altLang="ko-KR" sz="1400" b="1" dirty="0">
                <a:latin typeface="굴림" panose="020B0600000101010101" pitchFamily="50" charset="-127"/>
                <a:ea typeface="굴림" panose="020B0600000101010101" pitchFamily="50" charset="-127"/>
              </a:rPr>
              <a:t> == 7) </a:t>
            </a:r>
            <a:r>
              <a:rPr lang="en-US" altLang="ko-KR" sz="14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sx</a:t>
            </a:r>
            <a:r>
              <a:rPr lang="en-US" altLang="ko-KR" sz="1400" b="1" dirty="0">
                <a:latin typeface="굴림" panose="020B0600000101010101" pitchFamily="50" charset="-127"/>
                <a:ea typeface="굴림" panose="020B0600000101010101" pitchFamily="50" charset="-127"/>
              </a:rPr>
              <a:t> = 6; // </a:t>
            </a:r>
            <a:r>
              <a:rPr lang="ko-KR" altLang="en-US" sz="1400" b="1" dirty="0">
                <a:latin typeface="굴림" panose="020B0600000101010101" pitchFamily="50" charset="-127"/>
                <a:ea typeface="굴림" panose="020B0600000101010101" pitchFamily="50" charset="-127"/>
              </a:rPr>
              <a:t>한계치 지정</a:t>
            </a:r>
          </a:p>
          <a:p>
            <a:pPr>
              <a:lnSpc>
                <a:spcPct val="80000"/>
              </a:lnSpc>
              <a:buNone/>
            </a:pPr>
            <a:r>
              <a:rPr lang="ko-KR" altLang="en-US" sz="1400" b="1" dirty="0">
                <a:latin typeface="굴림" panose="020B0600000101010101" pitchFamily="50" charset="-127"/>
                <a:ea typeface="굴림" panose="020B0600000101010101" pitchFamily="50" charset="-127"/>
              </a:rPr>
              <a:t>	</a:t>
            </a:r>
            <a:r>
              <a:rPr lang="en-US" altLang="ko-KR" sz="1400" b="1" dirty="0">
                <a:latin typeface="굴림" panose="020B0600000101010101" pitchFamily="50" charset="-127"/>
                <a:ea typeface="굴림" panose="020B0600000101010101" pitchFamily="50" charset="-127"/>
              </a:rPr>
              <a:t>map[</a:t>
            </a:r>
            <a:r>
              <a:rPr lang="en-US" altLang="ko-KR" sz="14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sy</a:t>
            </a:r>
            <a:r>
              <a:rPr lang="en-US" altLang="ko-KR" sz="1400" b="1" dirty="0">
                <a:latin typeface="굴림" panose="020B0600000101010101" pitchFamily="50" charset="-127"/>
                <a:ea typeface="굴림" panose="020B0600000101010101" pitchFamily="50" charset="-127"/>
              </a:rPr>
              <a:t>][</a:t>
            </a:r>
            <a:r>
              <a:rPr lang="en-US" altLang="ko-KR" sz="14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sx</a:t>
            </a:r>
            <a:r>
              <a:rPr lang="en-US" altLang="ko-KR" sz="1400" b="1" dirty="0">
                <a:latin typeface="굴림" panose="020B0600000101010101" pitchFamily="50" charset="-127"/>
                <a:ea typeface="굴림" panose="020B0600000101010101" pitchFamily="50" charset="-127"/>
              </a:rPr>
              <a:t>] = 2;</a:t>
            </a:r>
          </a:p>
          <a:p>
            <a:pPr>
              <a:lnSpc>
                <a:spcPct val="80000"/>
              </a:lnSpc>
              <a:buNone/>
            </a:pPr>
            <a:r>
              <a:rPr lang="en-US" altLang="ko-KR" sz="1400" b="1" dirty="0">
                <a:latin typeface="굴림" panose="020B0600000101010101" pitchFamily="50" charset="-127"/>
                <a:ea typeface="굴림" panose="020B0600000101010101" pitchFamily="50" charset="-127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3759025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2800" dirty="0"/>
              <a:t>실습 </a:t>
            </a:r>
            <a:r>
              <a:rPr lang="ko-KR" altLang="en-US" sz="2800" dirty="0" smtClean="0"/>
              <a:t>프로그램</a:t>
            </a:r>
            <a:endParaRPr kumimoji="0" lang="en-US" altLang="ko-KR" sz="2800" dirty="0" smtClean="0"/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lnSpc>
                <a:spcPct val="80000"/>
              </a:lnSpc>
              <a:buNone/>
            </a:pPr>
            <a:r>
              <a:rPr lang="en-US" altLang="ko-KR" sz="1400" b="1" dirty="0">
                <a:latin typeface="굴림" panose="020B0600000101010101" pitchFamily="50" charset="-127"/>
                <a:ea typeface="굴림" panose="020B0600000101010101" pitchFamily="50" charset="-127"/>
              </a:rPr>
              <a:t>void CLA::</a:t>
            </a:r>
            <a:r>
              <a:rPr lang="en-US" altLang="ko-KR" sz="14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Draw_Map</a:t>
            </a:r>
            <a:r>
              <a:rPr lang="en-US" altLang="ko-KR" sz="1400" b="1" dirty="0">
                <a:latin typeface="굴림" panose="020B0600000101010101" pitchFamily="50" charset="-127"/>
                <a:ea typeface="굴림" panose="020B0600000101010101" pitchFamily="50" charset="-127"/>
              </a:rPr>
              <a:t>()</a:t>
            </a:r>
          </a:p>
          <a:p>
            <a:pPr>
              <a:lnSpc>
                <a:spcPct val="80000"/>
              </a:lnSpc>
              <a:buNone/>
            </a:pPr>
            <a:r>
              <a:rPr lang="en-US" altLang="ko-KR" sz="1400" b="1" dirty="0">
                <a:latin typeface="굴림" panose="020B0600000101010101" pitchFamily="50" charset="-127"/>
                <a:ea typeface="굴림" panose="020B0600000101010101" pitchFamily="50" charset="-127"/>
              </a:rPr>
              <a:t>{</a:t>
            </a:r>
          </a:p>
          <a:p>
            <a:pPr>
              <a:lnSpc>
                <a:spcPct val="80000"/>
              </a:lnSpc>
              <a:buNone/>
            </a:pPr>
            <a:r>
              <a:rPr lang="en-US" altLang="ko-KR" sz="1400" b="1" dirty="0">
                <a:latin typeface="굴림" panose="020B0600000101010101" pitchFamily="50" charset="-127"/>
                <a:ea typeface="굴림" panose="020B0600000101010101" pitchFamily="50" charset="-127"/>
              </a:rPr>
              <a:t>	</a:t>
            </a:r>
            <a:r>
              <a:rPr lang="en-US" altLang="ko-KR" sz="14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int</a:t>
            </a:r>
            <a:r>
              <a:rPr lang="en-US" altLang="ko-KR" sz="1400" b="1" dirty="0">
                <a:latin typeface="굴림" panose="020B0600000101010101" pitchFamily="50" charset="-127"/>
                <a:ea typeface="굴림" panose="020B0600000101010101" pitchFamily="50" charset="-127"/>
              </a:rPr>
              <a:t> a, b;</a:t>
            </a:r>
          </a:p>
          <a:p>
            <a:pPr>
              <a:lnSpc>
                <a:spcPct val="80000"/>
              </a:lnSpc>
              <a:buNone/>
            </a:pPr>
            <a:endParaRPr lang="en-US" altLang="ko-KR" sz="1400" b="1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>
              <a:lnSpc>
                <a:spcPct val="80000"/>
              </a:lnSpc>
              <a:buNone/>
            </a:pPr>
            <a:r>
              <a:rPr lang="en-US" altLang="ko-KR" sz="1400" b="1" dirty="0">
                <a:latin typeface="굴림" panose="020B0600000101010101" pitchFamily="50" charset="-127"/>
                <a:ea typeface="굴림" panose="020B0600000101010101" pitchFamily="50" charset="-127"/>
              </a:rPr>
              <a:t>	for (a = 0; a &lt; 8; a++) {</a:t>
            </a:r>
          </a:p>
          <a:p>
            <a:pPr>
              <a:lnSpc>
                <a:spcPct val="80000"/>
              </a:lnSpc>
              <a:buNone/>
            </a:pPr>
            <a:r>
              <a:rPr lang="en-US" altLang="ko-KR" sz="1400" b="1" dirty="0">
                <a:latin typeface="굴림" panose="020B0600000101010101" pitchFamily="50" charset="-127"/>
                <a:ea typeface="굴림" panose="020B0600000101010101" pitchFamily="50" charset="-127"/>
              </a:rPr>
              <a:t>		for (b = 0; b &lt; 8; b++) {</a:t>
            </a:r>
          </a:p>
          <a:p>
            <a:pPr>
              <a:lnSpc>
                <a:spcPct val="80000"/>
              </a:lnSpc>
              <a:buNone/>
            </a:pPr>
            <a:r>
              <a:rPr lang="en-US" altLang="ko-KR" sz="1400" b="1" dirty="0">
                <a:latin typeface="굴림" panose="020B0600000101010101" pitchFamily="50" charset="-127"/>
                <a:ea typeface="굴림" panose="020B0600000101010101" pitchFamily="50" charset="-127"/>
              </a:rPr>
              <a:t>			if (map[a][b] == 0) {</a:t>
            </a:r>
          </a:p>
          <a:p>
            <a:pPr>
              <a:lnSpc>
                <a:spcPct val="80000"/>
              </a:lnSpc>
              <a:buNone/>
            </a:pPr>
            <a:r>
              <a:rPr lang="en-US" altLang="ko-KR" sz="1400" b="1" dirty="0">
                <a:latin typeface="굴림" panose="020B0600000101010101" pitchFamily="50" charset="-127"/>
                <a:ea typeface="굴림" panose="020B0600000101010101" pitchFamily="50" charset="-127"/>
              </a:rPr>
              <a:t>				</a:t>
            </a:r>
            <a:r>
              <a:rPr lang="en-US" altLang="ko-KR" sz="14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cout</a:t>
            </a:r>
            <a:r>
              <a:rPr lang="en-US" altLang="ko-KR" sz="1400" b="1" dirty="0">
                <a:latin typeface="굴림" panose="020B0600000101010101" pitchFamily="50" charset="-127"/>
                <a:ea typeface="굴림" panose="020B0600000101010101" pitchFamily="50" charset="-127"/>
              </a:rPr>
              <a:t> &lt;&lt; "  ";</a:t>
            </a:r>
          </a:p>
          <a:p>
            <a:pPr>
              <a:lnSpc>
                <a:spcPct val="80000"/>
              </a:lnSpc>
              <a:buNone/>
            </a:pPr>
            <a:r>
              <a:rPr lang="en-US" altLang="ko-KR" sz="1400" b="1" dirty="0">
                <a:latin typeface="굴림" panose="020B0600000101010101" pitchFamily="50" charset="-127"/>
                <a:ea typeface="굴림" panose="020B0600000101010101" pitchFamily="50" charset="-127"/>
              </a:rPr>
              <a:t>			}</a:t>
            </a:r>
          </a:p>
          <a:p>
            <a:pPr>
              <a:lnSpc>
                <a:spcPct val="80000"/>
              </a:lnSpc>
              <a:buNone/>
            </a:pPr>
            <a:r>
              <a:rPr lang="en-US" altLang="ko-KR" sz="1400" b="1" dirty="0">
                <a:latin typeface="굴림" panose="020B0600000101010101" pitchFamily="50" charset="-127"/>
                <a:ea typeface="굴림" panose="020B0600000101010101" pitchFamily="50" charset="-127"/>
              </a:rPr>
              <a:t>			if (map[a][b] == 1) {</a:t>
            </a:r>
          </a:p>
          <a:p>
            <a:pPr>
              <a:lnSpc>
                <a:spcPct val="80000"/>
              </a:lnSpc>
              <a:buNone/>
            </a:pPr>
            <a:r>
              <a:rPr lang="en-US" altLang="ko-KR" sz="1400" b="1" dirty="0">
                <a:latin typeface="굴림" panose="020B0600000101010101" pitchFamily="50" charset="-127"/>
                <a:ea typeface="굴림" panose="020B0600000101010101" pitchFamily="50" charset="-127"/>
              </a:rPr>
              <a:t>				</a:t>
            </a:r>
            <a:r>
              <a:rPr lang="en-US" altLang="ko-KR" sz="14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cout</a:t>
            </a:r>
            <a:r>
              <a:rPr lang="en-US" altLang="ko-KR" sz="1400" b="1" dirty="0">
                <a:latin typeface="굴림" panose="020B0600000101010101" pitchFamily="50" charset="-127"/>
                <a:ea typeface="굴림" panose="020B0600000101010101" pitchFamily="50" charset="-127"/>
              </a:rPr>
              <a:t> &lt;&lt; "■";</a:t>
            </a:r>
          </a:p>
          <a:p>
            <a:pPr>
              <a:lnSpc>
                <a:spcPct val="80000"/>
              </a:lnSpc>
              <a:buNone/>
            </a:pPr>
            <a:r>
              <a:rPr lang="en-US" altLang="ko-KR" sz="1400" b="1" dirty="0">
                <a:latin typeface="굴림" panose="020B0600000101010101" pitchFamily="50" charset="-127"/>
                <a:ea typeface="굴림" panose="020B0600000101010101" pitchFamily="50" charset="-127"/>
              </a:rPr>
              <a:t>			}</a:t>
            </a:r>
          </a:p>
          <a:p>
            <a:pPr>
              <a:lnSpc>
                <a:spcPct val="80000"/>
              </a:lnSpc>
              <a:buNone/>
            </a:pPr>
            <a:r>
              <a:rPr lang="en-US" altLang="ko-KR" sz="1400" b="1" dirty="0">
                <a:latin typeface="굴림" panose="020B0600000101010101" pitchFamily="50" charset="-127"/>
                <a:ea typeface="굴림" panose="020B0600000101010101" pitchFamily="50" charset="-127"/>
              </a:rPr>
              <a:t>			if (map[a][b] == 2) {</a:t>
            </a:r>
          </a:p>
          <a:p>
            <a:pPr>
              <a:lnSpc>
                <a:spcPct val="80000"/>
              </a:lnSpc>
              <a:buNone/>
            </a:pPr>
            <a:r>
              <a:rPr lang="en-US" altLang="ko-KR" sz="1400" b="1" dirty="0">
                <a:latin typeface="굴림" panose="020B0600000101010101" pitchFamily="50" charset="-127"/>
                <a:ea typeface="굴림" panose="020B0600000101010101" pitchFamily="50" charset="-127"/>
              </a:rPr>
              <a:t>				</a:t>
            </a:r>
            <a:r>
              <a:rPr lang="en-US" altLang="ko-KR" sz="14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cout</a:t>
            </a:r>
            <a:r>
              <a:rPr lang="en-US" altLang="ko-KR" sz="1400" b="1" dirty="0">
                <a:latin typeface="굴림" panose="020B0600000101010101" pitchFamily="50" charset="-127"/>
                <a:ea typeface="굴림" panose="020B0600000101010101" pitchFamily="50" charset="-127"/>
              </a:rPr>
              <a:t> &lt;&lt; "★";</a:t>
            </a:r>
          </a:p>
          <a:p>
            <a:pPr>
              <a:lnSpc>
                <a:spcPct val="80000"/>
              </a:lnSpc>
              <a:buNone/>
            </a:pPr>
            <a:r>
              <a:rPr lang="en-US" altLang="ko-KR" sz="1400" b="1" dirty="0">
                <a:latin typeface="굴림" panose="020B0600000101010101" pitchFamily="50" charset="-127"/>
                <a:ea typeface="굴림" panose="020B0600000101010101" pitchFamily="50" charset="-127"/>
              </a:rPr>
              <a:t>			}</a:t>
            </a:r>
          </a:p>
          <a:p>
            <a:pPr>
              <a:lnSpc>
                <a:spcPct val="80000"/>
              </a:lnSpc>
              <a:buNone/>
            </a:pPr>
            <a:r>
              <a:rPr lang="en-US" altLang="ko-KR" sz="1400" b="1" dirty="0">
                <a:latin typeface="굴림" panose="020B0600000101010101" pitchFamily="50" charset="-127"/>
                <a:ea typeface="굴림" panose="020B0600000101010101" pitchFamily="50" charset="-127"/>
              </a:rPr>
              <a:t>		}</a:t>
            </a:r>
          </a:p>
          <a:p>
            <a:pPr>
              <a:lnSpc>
                <a:spcPct val="80000"/>
              </a:lnSpc>
              <a:buNone/>
            </a:pPr>
            <a:r>
              <a:rPr lang="en-US" altLang="ko-KR" sz="1400" b="1" dirty="0">
                <a:latin typeface="굴림" panose="020B0600000101010101" pitchFamily="50" charset="-127"/>
                <a:ea typeface="굴림" panose="020B0600000101010101" pitchFamily="50" charset="-127"/>
              </a:rPr>
              <a:t>		</a:t>
            </a:r>
            <a:r>
              <a:rPr lang="en-US" altLang="ko-KR" sz="14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cout</a:t>
            </a:r>
            <a:r>
              <a:rPr lang="en-US" altLang="ko-KR" sz="1400" b="1" dirty="0">
                <a:latin typeface="굴림" panose="020B0600000101010101" pitchFamily="50" charset="-127"/>
                <a:ea typeface="굴림" panose="020B0600000101010101" pitchFamily="50" charset="-127"/>
              </a:rPr>
              <a:t> &lt;&lt; </a:t>
            </a:r>
            <a:r>
              <a:rPr lang="en-US" altLang="ko-KR" sz="14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endl</a:t>
            </a:r>
            <a:r>
              <a:rPr lang="en-US" altLang="ko-KR" sz="1400" b="1" dirty="0">
                <a:latin typeface="굴림" panose="020B0600000101010101" pitchFamily="50" charset="-127"/>
                <a:ea typeface="굴림" panose="020B0600000101010101" pitchFamily="50" charset="-127"/>
              </a:rPr>
              <a:t>;</a:t>
            </a:r>
          </a:p>
          <a:p>
            <a:pPr>
              <a:lnSpc>
                <a:spcPct val="80000"/>
              </a:lnSpc>
              <a:buNone/>
            </a:pPr>
            <a:r>
              <a:rPr lang="en-US" altLang="ko-KR" sz="1400" b="1" dirty="0">
                <a:latin typeface="굴림" panose="020B0600000101010101" pitchFamily="50" charset="-127"/>
                <a:ea typeface="굴림" panose="020B0600000101010101" pitchFamily="50" charset="-127"/>
              </a:rPr>
              <a:t>	}</a:t>
            </a:r>
          </a:p>
          <a:p>
            <a:pPr>
              <a:lnSpc>
                <a:spcPct val="80000"/>
              </a:lnSpc>
              <a:buNone/>
            </a:pPr>
            <a:r>
              <a:rPr lang="en-US" altLang="ko-KR" sz="1400" b="1" dirty="0">
                <a:latin typeface="굴림" panose="020B0600000101010101" pitchFamily="50" charset="-127"/>
                <a:ea typeface="굴림" panose="020B0600000101010101" pitchFamily="50" charset="-127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48970528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2800" dirty="0"/>
              <a:t>실습 </a:t>
            </a:r>
            <a:r>
              <a:rPr lang="ko-KR" altLang="en-US" sz="2800" dirty="0" smtClean="0"/>
              <a:t>프로그램</a:t>
            </a:r>
            <a:endParaRPr kumimoji="0" lang="en-US" altLang="ko-KR" sz="2800" dirty="0" smtClean="0"/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lnSpc>
                <a:spcPct val="80000"/>
              </a:lnSpc>
              <a:buNone/>
            </a:pPr>
            <a:r>
              <a:rPr lang="en-US" altLang="ko-KR" sz="14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int</a:t>
            </a:r>
            <a:r>
              <a:rPr lang="en-US" altLang="ko-KR" sz="1400" b="1" dirty="0">
                <a:latin typeface="굴림" panose="020B0600000101010101" pitchFamily="50" charset="-127"/>
                <a:ea typeface="굴림" panose="020B0600000101010101" pitchFamily="50" charset="-127"/>
              </a:rPr>
              <a:t> main() </a:t>
            </a:r>
          </a:p>
          <a:p>
            <a:pPr>
              <a:lnSpc>
                <a:spcPct val="80000"/>
              </a:lnSpc>
              <a:buNone/>
            </a:pPr>
            <a:r>
              <a:rPr lang="en-US" altLang="ko-KR" sz="1400" b="1" dirty="0">
                <a:latin typeface="굴림" panose="020B0600000101010101" pitchFamily="50" charset="-127"/>
                <a:ea typeface="굴림" panose="020B0600000101010101" pitchFamily="50" charset="-127"/>
              </a:rPr>
              <a:t>{</a:t>
            </a:r>
          </a:p>
          <a:p>
            <a:pPr>
              <a:lnSpc>
                <a:spcPct val="80000"/>
              </a:lnSpc>
              <a:buNone/>
            </a:pPr>
            <a:r>
              <a:rPr lang="en-US" altLang="ko-KR" sz="1400" b="1" dirty="0">
                <a:latin typeface="굴림" panose="020B0600000101010101" pitchFamily="50" charset="-127"/>
                <a:ea typeface="굴림" panose="020B0600000101010101" pitchFamily="50" charset="-127"/>
              </a:rPr>
              <a:t>	CLA nm;</a:t>
            </a:r>
          </a:p>
          <a:p>
            <a:pPr>
              <a:lnSpc>
                <a:spcPct val="80000"/>
              </a:lnSpc>
              <a:buNone/>
            </a:pPr>
            <a:endParaRPr lang="en-US" altLang="ko-KR" sz="1400" b="1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>
              <a:lnSpc>
                <a:spcPct val="80000"/>
              </a:lnSpc>
              <a:buNone/>
            </a:pPr>
            <a:r>
              <a:rPr lang="en-US" altLang="ko-KR" sz="1400" b="1" dirty="0">
                <a:latin typeface="굴림" panose="020B0600000101010101" pitchFamily="50" charset="-127"/>
                <a:ea typeface="굴림" panose="020B0600000101010101" pitchFamily="50" charset="-127"/>
              </a:rPr>
              <a:t>	</a:t>
            </a:r>
            <a:r>
              <a:rPr lang="en-US" altLang="ko-KR" sz="14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nm.Pro_Manage</a:t>
            </a:r>
            <a:r>
              <a:rPr lang="en-US" altLang="ko-KR" sz="1400" b="1" dirty="0">
                <a:latin typeface="굴림" panose="020B0600000101010101" pitchFamily="50" charset="-127"/>
                <a:ea typeface="굴림" panose="020B0600000101010101" pitchFamily="50" charset="-127"/>
              </a:rPr>
              <a:t>();</a:t>
            </a:r>
          </a:p>
          <a:p>
            <a:pPr>
              <a:lnSpc>
                <a:spcPct val="80000"/>
              </a:lnSpc>
              <a:buNone/>
            </a:pPr>
            <a:r>
              <a:rPr lang="en-US" altLang="ko-KR" sz="1400" b="1" dirty="0">
                <a:latin typeface="굴림" panose="020B0600000101010101" pitchFamily="50" charset="-127"/>
                <a:ea typeface="굴림" panose="020B0600000101010101" pitchFamily="50" charset="-127"/>
              </a:rPr>
              <a:t>	</a:t>
            </a:r>
          </a:p>
          <a:p>
            <a:pPr>
              <a:lnSpc>
                <a:spcPct val="80000"/>
              </a:lnSpc>
              <a:buNone/>
            </a:pPr>
            <a:r>
              <a:rPr lang="en-US" altLang="ko-KR" sz="1400" b="1" dirty="0">
                <a:latin typeface="굴림" panose="020B0600000101010101" pitchFamily="50" charset="-127"/>
                <a:ea typeface="굴림" panose="020B0600000101010101" pitchFamily="50" charset="-127"/>
              </a:rPr>
              <a:t>	return 0;</a:t>
            </a:r>
          </a:p>
          <a:p>
            <a:pPr>
              <a:lnSpc>
                <a:spcPct val="80000"/>
              </a:lnSpc>
              <a:buNone/>
            </a:pPr>
            <a:r>
              <a:rPr lang="en-US" altLang="ko-KR" sz="1400" b="1" dirty="0">
                <a:latin typeface="굴림" panose="020B0600000101010101" pitchFamily="50" charset="-127"/>
                <a:ea typeface="굴림" panose="020B0600000101010101" pitchFamily="50" charset="-127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51475763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00200"/>
            <a:ext cx="7354888" cy="4525963"/>
          </a:xfrm>
        </p:spPr>
        <p:txBody>
          <a:bodyPr>
            <a:normAutofit/>
          </a:bodyPr>
          <a:lstStyle/>
          <a:p>
            <a:pPr latinLnBrk="0"/>
            <a:r>
              <a:rPr lang="ko-KR" altLang="en-US" sz="1600" dirty="0" smtClean="0"/>
              <a:t>캐릭터 이동 </a:t>
            </a:r>
            <a:r>
              <a:rPr lang="en-US" altLang="ko-KR" sz="1600" dirty="0" smtClean="0"/>
              <a:t>1</a:t>
            </a:r>
            <a:r>
              <a:rPr lang="ko-KR" altLang="en-US" sz="1600" dirty="0" smtClean="0"/>
              <a:t>  </a:t>
            </a:r>
            <a:endParaRPr lang="en-US" altLang="ko-KR" sz="1600" dirty="0" smtClean="0"/>
          </a:p>
          <a:p>
            <a:pPr lvl="1" latinLnBrk="0"/>
            <a:r>
              <a:rPr lang="ko-KR" altLang="en-US" sz="1600" dirty="0" smtClean="0"/>
              <a:t>별 </a:t>
            </a:r>
            <a:r>
              <a:rPr lang="en-US" altLang="ko-KR" sz="1600" dirty="0" smtClean="0"/>
              <a:t>(</a:t>
            </a:r>
            <a:r>
              <a:rPr lang="ko-KR" altLang="en-US" dirty="0" smtClean="0"/>
              <a:t>★</a:t>
            </a:r>
            <a:r>
              <a:rPr lang="en-US" altLang="ko-KR" sz="1600" dirty="0" smtClean="0"/>
              <a:t>)</a:t>
            </a:r>
            <a:r>
              <a:rPr lang="ko-KR" altLang="en-US" sz="1600" dirty="0" smtClean="0"/>
              <a:t>의 이동 잔상 없애기</a:t>
            </a:r>
            <a:endParaRPr lang="en-US" altLang="ko-KR" sz="1600" dirty="0" smtClean="0"/>
          </a:p>
          <a:p>
            <a:pPr lvl="1" latinLnBrk="0"/>
            <a:r>
              <a:rPr lang="ko-KR" altLang="en-US" sz="1600" dirty="0" smtClean="0"/>
              <a:t>중간</a:t>
            </a:r>
            <a:r>
              <a:rPr lang="en-US" altLang="ko-KR" sz="1600" dirty="0" smtClean="0"/>
              <a:t> </a:t>
            </a:r>
            <a:r>
              <a:rPr lang="ko-KR" altLang="en-US" sz="1600" dirty="0" smtClean="0"/>
              <a:t>벽 </a:t>
            </a:r>
            <a:r>
              <a:rPr lang="en-US" altLang="ko-KR" sz="1600" dirty="0" smtClean="0"/>
              <a:t>(</a:t>
            </a:r>
            <a:r>
              <a:rPr lang="ko-KR" altLang="en-US" sz="1600" dirty="0" smtClean="0"/>
              <a:t>점박이 상관없음</a:t>
            </a:r>
            <a:r>
              <a:rPr lang="en-US" altLang="ko-KR" sz="1600" dirty="0" smtClean="0"/>
              <a:t>) </a:t>
            </a:r>
            <a:r>
              <a:rPr lang="ko-KR" altLang="en-US" sz="1600" dirty="0" smtClean="0"/>
              <a:t>설치하여 이동하기 추가 </a:t>
            </a:r>
            <a:endParaRPr lang="en-US" altLang="ko-KR" sz="1600" dirty="0" smtClean="0"/>
          </a:p>
          <a:p>
            <a:pPr lvl="1" latinLnBrk="0"/>
            <a:endParaRPr lang="en-US" altLang="ko-KR" sz="1600" dirty="0"/>
          </a:p>
          <a:p>
            <a:pPr lvl="1" latinLnBrk="0"/>
            <a:endParaRPr lang="ko-KR" altLang="ko-KR" sz="1600" dirty="0"/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609600" y="4270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l" rtl="0" eaLnBrk="1" latinLnBrk="1" hangingPunct="1">
              <a:spcBef>
                <a:spcPct val="0"/>
              </a:spcBef>
              <a:buNone/>
              <a:defRPr kumimoji="0" sz="41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r>
              <a:rPr lang="ko-KR" altLang="en-US" sz="2800" dirty="0" smtClean="0"/>
              <a:t>연습 프로그램</a:t>
            </a:r>
            <a:r>
              <a:rPr lang="en-US" altLang="ko-KR" sz="2800" dirty="0" smtClean="0"/>
              <a:t/>
            </a:r>
            <a:br>
              <a:rPr lang="en-US" altLang="ko-KR" sz="2800" dirty="0" smtClean="0"/>
            </a:br>
            <a:endParaRPr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118650456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광장">
  <a:themeElements>
    <a:clrScheme name="광장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광장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inorFont>
    </a:fontScheme>
    <a:fmtScheme name="광장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937</TotalTime>
  <Words>363</Words>
  <Application>Microsoft Office PowerPoint</Application>
  <PresentationFormat>화면 슬라이드 쇼(4:3)</PresentationFormat>
  <Paragraphs>350</Paragraphs>
  <Slides>25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25</vt:i4>
      </vt:variant>
    </vt:vector>
  </HeadingPairs>
  <TitlesOfParts>
    <vt:vector size="33" baseType="lpstr">
      <vt:lpstr>굴림</vt:lpstr>
      <vt:lpstr>맑은 고딕</vt:lpstr>
      <vt:lpstr>Lucida Sans Unicode</vt:lpstr>
      <vt:lpstr>Tahoma</vt:lpstr>
      <vt:lpstr>Verdana</vt:lpstr>
      <vt:lpstr>Wingdings 2</vt:lpstr>
      <vt:lpstr>Wingdings 3</vt:lpstr>
      <vt:lpstr>광장</vt:lpstr>
      <vt:lpstr>클래스3</vt:lpstr>
      <vt:lpstr>내용</vt:lpstr>
      <vt:lpstr>클래스 구조</vt:lpstr>
      <vt:lpstr>클래스 구조</vt:lpstr>
      <vt:lpstr>클래스 구조</vt:lpstr>
      <vt:lpstr>클래스 구조</vt:lpstr>
      <vt:lpstr>클래스 구조</vt:lpstr>
      <vt:lpstr>클래스 구조</vt:lpstr>
      <vt:lpstr>클래스 구조</vt:lpstr>
      <vt:lpstr>클래스 구조</vt:lpstr>
      <vt:lpstr>클래스 구조</vt:lpstr>
      <vt:lpstr>클래스 구조</vt:lpstr>
      <vt:lpstr>클래스 구조</vt:lpstr>
      <vt:lpstr>클래스 구조</vt:lpstr>
      <vt:lpstr>클래스 구조</vt:lpstr>
      <vt:lpstr>실습 프로그램</vt:lpstr>
      <vt:lpstr>실습 프로그램</vt:lpstr>
      <vt:lpstr>실습 프로그램</vt:lpstr>
      <vt:lpstr>실습 프로그램</vt:lpstr>
      <vt:lpstr>실습 프로그램</vt:lpstr>
      <vt:lpstr>실습 프로그램</vt:lpstr>
      <vt:lpstr>실습 프로그램</vt:lpstr>
      <vt:lpstr>실습 프로그램</vt:lpstr>
      <vt:lpstr>실습 프로그램</vt:lpstr>
      <vt:lpstr>PowerPoint 프레젠테이션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프로그램 문제</dc:title>
  <dc:creator>Lub</dc:creator>
  <cp:lastModifiedBy>박상준</cp:lastModifiedBy>
  <cp:revision>113</cp:revision>
  <dcterms:created xsi:type="dcterms:W3CDTF">2015-04-10T01:14:42Z</dcterms:created>
  <dcterms:modified xsi:type="dcterms:W3CDTF">2024-10-23T04:44:55Z</dcterms:modified>
</cp:coreProperties>
</file>