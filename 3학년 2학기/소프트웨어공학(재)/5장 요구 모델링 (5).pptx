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58" r:id="rId8"/>
    <p:sldId id="259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2" r:id="rId34"/>
    <p:sldId id="289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9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EF6A6-8878-4D9B-94F8-D0591BFF3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0CA497-6D2C-4BE6-AC77-6E02C74E5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BC457-C8A9-48E5-93CB-2EE4E345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F0B46D-D86B-4CA0-82C5-8B5A2B1E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CC2E8-C37B-40D8-86A9-4A7B3A8E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44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84B2D-20A5-4727-AE6F-BBD28D0A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0CACDB-5C9E-48EB-8CF1-4F7F4765A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C1C58-8660-46DD-83C1-00D14BC0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02822E-B68B-409B-B5BB-0FAD7E1D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E8754-CA9F-41EE-AAC5-0D4D59E2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53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E7717-7BCE-4038-9CAB-7A76EE01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93FBC9-E1EA-4DCD-B9B6-3216A7737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715A6-6016-4A1C-A539-6EFE3905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9AC66-D64F-4918-9A16-E7EB31AB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FF5EC4-3399-455A-A41E-5EF89EF8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54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2FCDC-E152-4185-B099-51B15FDC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12C8D-2014-4568-BD7E-ECB0E1A73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8E22AE-7B16-4C28-8056-C9E786D60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0A691F-8399-48E8-81C3-C8980D88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5BCD8F-F48C-41EB-BA14-38989352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49B580-031B-47E0-9279-8E652802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12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CA5D2-0745-4A20-BB76-48CF3446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C2CB8C-C319-44BB-9870-3A8F31FE0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A9ECB5-F299-4B1F-84F6-82CD04905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7E12CA-4510-41B0-8745-EB4D1BE4E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153DB9-B306-4FDF-A430-8530EB09C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2B0315-712C-4D81-8F15-7ED1586A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2AE2CF-8DDC-4096-9B48-6C0D9935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603509-FEB7-4917-ADB6-CB9E9DFA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83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CD045-94AE-4645-AE05-1674456D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631CE2-A00E-48CF-9C21-53D641AE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B5C00C-0ED2-463E-BC6B-390EB442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3A0B63-3563-471C-A90C-41742F15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3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C40BFD-C967-4987-B1FF-5129FA08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4CDF26-DD65-42A8-AAD8-D71F4DD3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A48CED-9002-4B14-8D82-C68A05C2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02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8B1E9-3C70-47BF-B214-D552E5D7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F7F714-D00A-4270-ABD8-800EB9E3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50FEF2-DAEF-46E1-98A1-FCCBF5894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50D676-68BE-46B7-AF90-7A35D373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A4FD68-E523-4A75-9B64-6193A2E0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54D201-DD31-4541-A836-7A51B9A7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00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CC55F-CC95-48FF-91B0-C8DC3A86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253887-D5AF-48DC-8B51-7FAB4B09B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75D8E3-7197-4AB5-8B0D-EE11AD834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CA2A24-3F7F-4E41-B95B-D27F302E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2E7D0E-1746-41B6-9813-480CBAD7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93701-C885-4100-9B1F-E99A9C2C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48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164C8-1CC8-4CB0-AABA-EA0DFCE6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D65A19-B7AB-480B-9833-4336E1392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FA5BF-5466-4D3E-8345-EB5CA834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1B8D16-BF25-49DC-8837-C3FF41B8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B9C809-15A2-4709-84F1-1AC5C87B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497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22C7FA-8A01-4B13-BA07-FCB7D6E59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124BC9-CD56-47BB-8681-E6D80AA79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7BCBF-6828-4050-BEE4-4CC4DE10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F65EE5-5C13-481E-BF3A-57856E24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531E2A-8FEE-40D2-B389-007D80C4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13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366126-4F23-4546-B7D4-B13B69E9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C8E4F2-89D8-4623-8320-B1E737C9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FB59D-CC3B-4B5F-8FF9-AAB151A36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71D1E-C867-4312-943C-AFD02EE79377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54FBB9-68C7-443A-874E-7E4D490E3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7BB75-E3B7-4802-B421-708707451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12535-B220-4027-B446-B912E095DE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78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68463-0479-4A37-9896-956353E3C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장 요구 모델링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987921-18E9-48B3-98C7-42C4B04C23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2025.09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45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47E8FE2-108C-4F81-90D4-4FA1B66C8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461548"/>
            <a:ext cx="8726118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6E45F1A-5DF4-4DE9-B726-04BDAA064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404390"/>
            <a:ext cx="8497486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3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EB0D77A-6662-4177-801E-DDC687223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385337"/>
            <a:ext cx="890711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0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8C932F7-0AAF-48D4-BD54-BC448478F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15" y="366285"/>
            <a:ext cx="8383170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53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5999025-F945-4C34-AA5D-07AF35AE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475838"/>
            <a:ext cx="7868748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0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41E6973-7935-41BA-A46C-929DE36C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447259"/>
            <a:ext cx="7954485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9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D954A6F-04D2-4E2F-8B7C-BCB71E030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713996"/>
            <a:ext cx="8516539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8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A9F0204-6046-41A5-B788-72A313E07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351995"/>
            <a:ext cx="8268854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1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4761F37-A6CF-4355-A036-39C6EE87F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347232"/>
            <a:ext cx="7354326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9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FE77F2F-04D2-47AB-AAEE-D45DD8F0A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342469"/>
            <a:ext cx="7821116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5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78E7F3F-FED5-42E3-AA1B-05023F5C5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423443"/>
            <a:ext cx="8535591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3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847AABC-4723-498D-B31C-6ED9DFED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468" y="461548"/>
            <a:ext cx="7983064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52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DE498C-5690-40AB-8FF7-8425B2D1F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74" y="742575"/>
            <a:ext cx="6096851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6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DDCE4E3-586F-4703-BCE3-B56AF18A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409153"/>
            <a:ext cx="8135485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938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1D2CB41-C306-4F31-BE7F-0639B2B8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642548"/>
            <a:ext cx="8040222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2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81EAD2-1064-4172-A1D4-8B8030075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390101"/>
            <a:ext cx="8421275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32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66F2609-CACB-4D51-AC7C-31BDA7E7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04" y="328180"/>
            <a:ext cx="9078592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82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ABED11-1F17-467A-B41E-F713035EE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642548"/>
            <a:ext cx="884043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75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686C4B-A46E-404D-812F-D5DAD33CA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428206"/>
            <a:ext cx="8602275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23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FC3DDD4-48F9-4DAA-883F-389FDCD7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637785"/>
            <a:ext cx="8764223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87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C02D009-5AF3-4AB2-BF74-ECC3BF6C3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78" y="466311"/>
            <a:ext cx="8554644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04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5F1F21-60CC-4970-95D1-EFA6BE4E3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485364"/>
            <a:ext cx="8726118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85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D56AA74-E70D-4534-8D95-10F8508CD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456785"/>
            <a:ext cx="8278380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71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990E2B2-B017-4C5B-8355-CFA641201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409153"/>
            <a:ext cx="844032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0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26D1D6F-FA4E-4E45-BAAE-D99C67C88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99" y="480601"/>
            <a:ext cx="8068801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04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75DDE58-D727-48AE-9677-8FF3E1D2D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723522"/>
            <a:ext cx="8297433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2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4F853B4-C115-45FE-9E04-6566A7F1E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532996"/>
            <a:ext cx="8459381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51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7B14E20-95C1-4279-A606-5ADDC9E30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604443"/>
            <a:ext cx="829743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33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617CBB5-3937-41F7-86E4-22204D99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361522"/>
            <a:ext cx="8430802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93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252D405-1DE6-4E70-BA23-A1C7A318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73" y="666364"/>
            <a:ext cx="8449854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74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BCAFBD7-D989-43C8-9951-02ADD96A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513943"/>
            <a:ext cx="7192379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28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85FE45-45E9-41B4-9F67-461E007A0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409153"/>
            <a:ext cx="7992590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71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45BAF91-F395-42DE-B74A-8EE518B7B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1118865"/>
            <a:ext cx="843080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195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7596176-7066-4B68-AC6A-90FA34826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456785"/>
            <a:ext cx="8078327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3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000D599-C3DD-4B46-ADDD-5969289D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389" y="394864"/>
            <a:ext cx="7859222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55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7B66913-D503-4A13-AA69-32C8AD97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575864"/>
            <a:ext cx="8135485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26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E575041-2A2B-4389-AB74-EA7656B0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366285"/>
            <a:ext cx="8192643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10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1215E3D-662E-43C0-A7EC-5FBDFBCD0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490127"/>
            <a:ext cx="8097380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58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6B5D2B5-D031-4AE4-AECE-0016067E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428206"/>
            <a:ext cx="8106906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20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45AC24F-0305-47F7-9967-C0CD30AE9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94" y="418680"/>
            <a:ext cx="7421011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390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EF7AD53-DD2D-499E-87CD-EA9DD150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36" y="585390"/>
            <a:ext cx="8621328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88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80A0596-11A4-4042-8B8C-E2B27B318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78" y="552048"/>
            <a:ext cx="8554644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60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5203FA0-B449-462F-8519-251C212DA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41" y="409153"/>
            <a:ext cx="8364117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04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2E05741-A751-4737-BC43-936B618DE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390101"/>
            <a:ext cx="8583223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와이드스크린</PresentationFormat>
  <Paragraphs>2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8" baseType="lpstr">
      <vt:lpstr>맑은 고딕</vt:lpstr>
      <vt:lpstr>Arial</vt:lpstr>
      <vt:lpstr>Office 테마</vt:lpstr>
      <vt:lpstr>5장 요구 모델링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5장 요구 모델링</dc:title>
  <dc:creator>Archer C</dc:creator>
  <cp:lastModifiedBy>Archer C</cp:lastModifiedBy>
  <cp:revision>2</cp:revision>
  <dcterms:created xsi:type="dcterms:W3CDTF">2025-09-29T06:19:15Z</dcterms:created>
  <dcterms:modified xsi:type="dcterms:W3CDTF">2025-09-29T06:26:19Z</dcterms:modified>
</cp:coreProperties>
</file>