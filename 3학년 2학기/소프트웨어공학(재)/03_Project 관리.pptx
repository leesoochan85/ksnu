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6" r:id="rId37"/>
    <p:sldId id="298" r:id="rId38"/>
    <p:sldId id="299" r:id="rId39"/>
    <p:sldId id="300" r:id="rId40"/>
    <p:sldId id="301" r:id="rId41"/>
    <p:sldId id="302" r:id="rId42"/>
    <p:sldId id="306" r:id="rId43"/>
    <p:sldId id="307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6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7EA50-C5A7-4B56-9A6A-8247938A0146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2BE12-2B8A-4B32-9C8A-FCB2700078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161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07BA4-484D-4DBC-9A2F-C26D60099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E0CC84-D2ED-4C10-944C-93F4CC1B0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44671A-16EC-4B86-A5B1-8DF8DADF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62CA2-6CF4-4FAF-8FA8-0887CB8A6D82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F51BA3-C04F-4DF8-94D5-651F7C23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810C3-D563-4691-9F23-C9C01429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53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1C463-44C2-47DA-9C15-C5B73EB6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8BEBA9-0DDA-4751-BDB9-7F29C4F9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51B313-7860-47A4-BD46-BB3470B2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E94-2D37-45CC-AFBB-92B596E12772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0253F-DCD9-48D6-B0D1-8B9CE2C8E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E8C9FB-63DC-4BC5-858E-035DC36D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88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1AE76-2AC9-45BE-A62D-E0C817C2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2C0F11-9C44-4FB7-A10E-72C7C15A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D8ECF-A7D9-47D3-9002-18B4D59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75460-4F11-4765-B3A7-803775E0546C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B7892-4FF3-4786-A92F-723DE7D3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80C97-E17F-45AE-912F-15F70087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71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A481AB-95FE-42A1-B5B9-27E8B3B3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2BD55-D342-4FE8-9845-D0CF5203E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369377-2D39-4B3C-8932-B7832A0EB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DD29E3-FF80-4B6A-AF15-61DC7646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4C63-0638-4270-BC11-7606DA8C97B8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122689-9216-43D8-83BD-5C22331F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3060AA-5991-436C-A3F9-F380A49C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15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F7572-0B14-42B3-9069-17A9DC471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6236FE-BF17-4E23-9551-72CCD7795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460FA-4BEC-48CA-8980-93D59272D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BA93AA-9E26-45D8-BD2A-30FDF5F27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BAA416-4AAE-488D-A8FF-E0C8E3755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92EED3-F9E3-41B7-9FBA-C82AFCAA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A3068-C476-43AC-9EE7-29B94070229E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FF3CE5-58C7-4557-874D-CF770E7C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F0203A-F242-48F5-A983-84A1A4B6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67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9C778-7A7A-4BBE-85D2-0C861BB1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554404-2B4C-404D-AC75-836B824B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39D81-70D2-45F1-B217-39C67A96BF6B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622F84-4DF3-4011-9DCE-AFB827D5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2E6CA-A96C-4E56-9264-D08EBD03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5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F9C77B-E0A3-4109-8D7B-3D6501538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A3F91-84E9-4F8E-9CAF-94B57E8703C1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79F776-D051-4676-921E-CDA61554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8B11E-24C9-4156-85F0-5FEA009A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75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9D6E-811A-4E6B-BF85-0C31F8AE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D2AF2-8D2A-4E9B-B751-94126D48D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C902B4-8737-4F1A-9C71-FF21858B0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D66253-C056-4B3A-B64B-4E9CD496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1D843-5953-4CD9-95AA-8BEEAB88296E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D7916E-391A-4082-B3AA-F9418555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08FAA4-D368-489E-AC13-E9B3B98F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95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8CE84-1BFA-498E-8EC9-54CA9463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2FB37C-5238-4ED8-80C9-717B5E554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AEA4DE-07C5-4EC8-A3AD-B9F4B901F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3BEE77-BF0C-46DF-9D04-6EE8E550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C03E-B79E-4752-884F-5257EE61DC9F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F14A1-DF17-4585-B335-D192EF5E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88F1BF-20F4-499B-8CAE-16AADD6B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7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7C156-C23B-4E3D-AD25-E1DDBDD2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FAE082-E13C-4B99-8792-6E91901EA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0B480-207A-4AC2-B554-2022660C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29993-B26C-40D6-AA47-D7754546FDB2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7B98D-4402-466C-85B8-1494458D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F2020-CA8E-42D2-B9C2-AFC01791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72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32BC46-3FE0-47D9-B770-FEEA7E86C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16AA33-7B4D-4516-A353-F0063E2D4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01D99-414B-472B-B6AA-FFC84D9BD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0625-1078-4D5D-9833-A0A8C3CE3862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1ED53-2B2A-49B1-ACF6-ECBFA331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542AE-7B4B-4DC1-8AAE-3543C58A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6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9C438-BCA0-463A-A9BB-8A4701FA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6FA2D-D3B3-46AF-A306-C006BAC86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8F1F7-DE87-45B8-AA52-0037CD79D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E8545-C5DC-4F7E-903E-62A2054FFCD4}" type="datetime1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2E2A6A-7077-4BF6-BED7-540C3D0BA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FD1C8B-6EE8-43AB-920C-A752FEF0A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811E6-3262-452A-AA25-5C02FA18B4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25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7F936-07A3-4378-961F-8463667B9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Chapter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</a:t>
            </a:r>
            <a:r>
              <a:rPr lang="en-US" altLang="ko-KR" dirty="0"/>
              <a:t>Project </a:t>
            </a:r>
            <a:r>
              <a:rPr lang="ko-KR" altLang="en-US" dirty="0"/>
              <a:t>관리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12D8B5-8D24-4FEB-9312-AA2D2CA2F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2025.09.25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599A19-F6A9-444C-94A5-7832A552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66" y="6009745"/>
            <a:ext cx="3505200" cy="561975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B59A5-47B7-4557-9DC3-FF06B815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65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036505-98CA-4ED1-913F-7908CF19E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52" y="236008"/>
            <a:ext cx="9929027" cy="6858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220A236-082F-4303-9E47-6BB589C8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960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3CB26FB-3B1D-4D9E-B9E7-3A2158FAB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71475"/>
            <a:ext cx="9829800" cy="61150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425920-4EA7-4287-920A-2D29DA5F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21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151BE3-C083-4353-9C63-524534AC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14287"/>
            <a:ext cx="9972675" cy="682942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DB30A3-DCF3-4A42-8C19-C52E163B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63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D4F9EC-6417-4FDF-A21B-C4620B01A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171450"/>
            <a:ext cx="9896475" cy="65151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DB852C5-86FE-42AC-B7E9-0F5183DA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62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6B7B125-8291-418B-B523-0C1468EA0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762"/>
            <a:ext cx="9734550" cy="684847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FFC87F-F2C2-4C3A-94A9-2EE11C90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63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682B9F-2CC6-4D76-842D-FFB70777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04775"/>
            <a:ext cx="9829800" cy="66484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BD0970-7D74-4286-9BB0-AC726077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17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A0663D-1EB2-4EFA-A219-ACCBED54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296" y="0"/>
            <a:ext cx="9661407" cy="6858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F301F6-1091-47B7-8DE2-E56163C4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23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779842B-00A4-4C86-BE1B-1FDD71BCE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314325"/>
            <a:ext cx="9229725" cy="62293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8659D5B-4049-4863-980F-18931A45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3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2FAAA4F-1812-4848-A875-A8D6F4F0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314325"/>
            <a:ext cx="9229725" cy="62293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75D7ADF-DD69-4D67-AEEA-2B460673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84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CF2CD06-2C31-44A4-B9D0-F4B8C4CC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9525"/>
            <a:ext cx="10229850" cy="683895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5741D7-0F4E-4C1E-9135-19863851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42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212D2C-DF27-4A6B-9322-6B216E569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343" y="597924"/>
            <a:ext cx="8009314" cy="5662151"/>
          </a:xfrm>
          <a:prstGeom prst="rect">
            <a:avLst/>
          </a:prstGeom>
        </p:spPr>
      </p:pic>
      <p:sp>
        <p:nvSpPr>
          <p:cNvPr id="68" name="슬라이드 번호 개체 틀 67">
            <a:extLst>
              <a:ext uri="{FF2B5EF4-FFF2-40B4-BE49-F238E27FC236}">
                <a16:creationId xmlns:a16="http://schemas.microsoft.com/office/drawing/2014/main" id="{D74BC5D7-9B77-4FBA-A18D-59573601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9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20B2E94-1F26-469F-98F3-ECFB1CF17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703" y="801269"/>
            <a:ext cx="6858594" cy="555546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427B74-E248-47F0-A443-AA0CCBF0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84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7A66CE5-59D8-4A14-B5CF-2368EA605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825" y="852200"/>
            <a:ext cx="7506350" cy="575359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D1FCCA3-A331-47D3-9C06-68FC65F2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16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9C8E6E7-4BC0-45EC-9FC6-E47445AA0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94" y="1192717"/>
            <a:ext cx="7971211" cy="537256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D18A9D-7234-46BC-9F73-F4350AA6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866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54770CF-0A65-4370-84AE-79988302B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963" y="1251269"/>
            <a:ext cx="7552074" cy="555546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1EF1A2-13DD-4FCE-BF56-69635B88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17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A56E14-B04E-4E1D-AB8F-FC5EF6E54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66" y="1439372"/>
            <a:ext cx="7696867" cy="547925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EA8F22-387D-48F5-8BF8-98FD0682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6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8CF25E3-98A5-40AB-9880-EBA11DA89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446" y="1516976"/>
            <a:ext cx="7933107" cy="562404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565156-FC7D-45F0-99CD-C088BAC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833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3334C26-6E58-42A6-931B-37E775E6C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912" y="1804148"/>
            <a:ext cx="8032176" cy="534970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94AF5F-434F-4C9E-9D03-D740869D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60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67A7C67-CA26-4239-ABBE-F1D50C089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464" y="1877941"/>
            <a:ext cx="8215072" cy="550211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6B0103D-8965-44F3-B213-ED617B6C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377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9FDB7D-215A-468A-B102-B29417413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669" y="1932683"/>
            <a:ext cx="7178662" cy="569263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443975-E1B3-4D4E-B1C2-1AB147C4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50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024CA06-CBCE-4DAC-B283-56B3B77A8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222" y="2086493"/>
            <a:ext cx="8245555" cy="568501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6321B3-EED9-40EE-9847-F919E861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641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4070C7-27F2-4370-8C28-0310ED051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03" y="643541"/>
            <a:ext cx="7300593" cy="451905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1FE3C4-852B-4C37-BE9B-11558235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95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5B92293-4EDE-403B-AFE1-B84BC2C5B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38" y="619531"/>
            <a:ext cx="7963590" cy="4968671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F72035-1BA8-4EB6-91F5-C3CA3A6C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65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A991D00-99F5-48A8-A347-A0F14D9A1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060" y="892288"/>
            <a:ext cx="7971211" cy="519729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CDE1B4-A503-4025-8921-D32F7E34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367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AB9C0CF-6CFE-4990-8F83-F3710657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17" y="483908"/>
            <a:ext cx="7757832" cy="528111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BB2A0D-40E5-43DB-804D-3B0B4EF2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362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7B34570-1C91-48DA-A834-2699CA9D3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30" y="986963"/>
            <a:ext cx="7994073" cy="538780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0B9F79-7B7B-4918-AF8D-D80A780B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030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066B7F-005D-4DE3-B062-7309EEA14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653" y="556566"/>
            <a:ext cx="7780694" cy="553259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C30A2F8-A27E-4049-9F6F-3F18CC87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05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AB78DB8-6321-4377-A477-DD7CF08BA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69" y="690053"/>
            <a:ext cx="7719729" cy="561642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2533D3E-BF4A-48CA-9BD8-F53062C7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26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2C8799D-42CB-4CA1-8091-FB493ED8F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18" y="453550"/>
            <a:ext cx="7978831" cy="559356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AE8D7C8-32DB-4CD4-A5D9-56A3A154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846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E1063A6-7018-4324-BD57-BABF72565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419" y="1031134"/>
            <a:ext cx="8001693" cy="521253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196AE13-1EC5-475E-8129-1D69CCFF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6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B3F2A34-4976-44BC-99FD-B1630AFD6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954" y="983188"/>
            <a:ext cx="7971211" cy="538780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9670D2-8FB8-473C-A713-5902948B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613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455DE76-D441-4C07-B97D-CC7CCF8CD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02" y="443024"/>
            <a:ext cx="7834039" cy="560118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168F16-758A-4D1A-8D7C-A309E336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035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3778162-04D9-451E-AA09-EA8BD37D0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10" y="684477"/>
            <a:ext cx="7651143" cy="529635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537BED7-49E3-457F-B2D8-29D7353F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016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E818CAB-89B8-4B42-B8F0-532843D07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6" y="1016805"/>
            <a:ext cx="8131245" cy="547163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2327751-A1D5-4216-ACAB-76BDC18D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0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F09F57-6C67-4020-81DC-C3745C52F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26" y="879417"/>
            <a:ext cx="7590178" cy="559356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9E5AA0-7B92-44C3-B530-43AD3B1C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140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5CBC52-5C4B-4952-A627-9CAF4905C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187" y="805626"/>
            <a:ext cx="8016935" cy="48543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CDB46-F150-4C05-ADE0-985E288D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83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6817FF-6F6B-4FB6-A0D6-2C27218E6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95" y="571252"/>
            <a:ext cx="7597798" cy="571549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A19D46-7B16-4888-B4B5-C3F873BE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15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6464603-BA40-43BA-8BDB-A187BBA49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936" y="700544"/>
            <a:ext cx="7803556" cy="560118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6CDE0B3-7249-436B-B32B-36B38708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856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B8EF52-A52B-4DF5-9765-87F0423CC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378" y="314721"/>
            <a:ext cx="7895004" cy="551735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C0661D-87F7-4880-9944-D02F872D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920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2BF23DA-3E9C-43A5-AE53-36644142F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12" y="693183"/>
            <a:ext cx="7491109" cy="547163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88FB35-D2D8-481D-AADA-9DB54EF6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7254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962F296-FC9E-44F5-A8C6-5676E10D1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588" y="589250"/>
            <a:ext cx="7734970" cy="454953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F82A77-0467-43D7-AF8D-085C3B87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333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287D4FD-C6C5-4F9A-8197-8C5754B59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961" y="514097"/>
            <a:ext cx="7513971" cy="582980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C5360A5-7D33-4954-97E7-CFDC5230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11E6-3262-452A-AA25-5C02FA18B4F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97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</Words>
  <Application>Microsoft Office PowerPoint</Application>
  <PresentationFormat>와이드스크린</PresentationFormat>
  <Paragraphs>45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6" baseType="lpstr">
      <vt:lpstr>맑은 고딕</vt:lpstr>
      <vt:lpstr>Arial</vt:lpstr>
      <vt:lpstr>Office 테마</vt:lpstr>
      <vt:lpstr>Chapter 3 Project 관리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Project 관리</dc:title>
  <dc:creator>Archer C</dc:creator>
  <cp:lastModifiedBy>Archer C</cp:lastModifiedBy>
  <cp:revision>6</cp:revision>
  <dcterms:created xsi:type="dcterms:W3CDTF">2025-09-25T00:48:35Z</dcterms:created>
  <dcterms:modified xsi:type="dcterms:W3CDTF">2025-09-25T01:20:02Z</dcterms:modified>
</cp:coreProperties>
</file>