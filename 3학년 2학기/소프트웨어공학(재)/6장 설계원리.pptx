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4688A3-F9FD-4A0E-A25D-49A92C123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C6BAB-5009-451D-839A-8294D9049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B8E273-BDDC-4862-9066-04E1565E1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3680F6-A660-4393-942F-078CC9D7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7440EC-8C7F-471D-B622-A87054C0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59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C7579-B8ED-434A-96BB-2E61D34E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0CB44-A64B-4445-B168-F597D47A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85E2BA-36D5-4BE0-9686-5B6C7B16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B9116F-CF00-477F-882F-E4CB33C87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2A7024-8906-4B27-9E42-2C9DF7DE5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43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CC762-6E84-4525-A5BB-50B8C2195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39FDE2-34D5-479B-8F63-B6DF33ADA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773FD7-E243-4F64-8107-D8B04826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598A0-63B7-4FC2-8FA9-92FBED3A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247FF-C7E6-4EFD-A655-9AA03972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91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A648F-742E-4AB7-9C45-13859964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6BB4D4-8728-4516-8B3B-C3A96CCCA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02E835-C1BA-4D79-94D2-3C8A335F4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ADA090-8FD7-4071-9725-EA877CDC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A727A7-7A07-4C6F-9925-65152D60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25CE38-2038-4AB1-92B4-DCEF8DF4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28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476A2-3727-4DD7-B4FD-1FC9BF17A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8EB870-9088-4C6C-916A-0A4993E01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B7243E-647C-432A-BC8E-9568FCBCD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946100-A5BF-4955-BBB5-B1A6BB328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784282-7F02-4027-B94B-006FA99C8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C2BC58-91A5-418E-B50A-C3013553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41056C-0859-46D8-BA21-5BCE50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19AFF9-D943-4C08-8305-B81E2B13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93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9EBD7-8172-4FBA-9FBD-9A515390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E2291F-59B1-4CB8-97B9-9BC8F184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45856C-BCA3-4628-976C-A5FFBCA9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D2BC31-AD99-4C51-A397-435D7EB0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47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02814B-7973-4498-8EBF-BC5C53DB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5D1A02B-F4C2-44EB-9A02-38AB52844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472103-2EC9-4B58-8849-4C714EDB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18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E1E0B-9D94-46E7-9E24-28E209AB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F78962-BC89-4ABC-B7C7-2BB49FAFF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41ADA4-28BF-4343-9FE7-3CD9217DE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982883-DE18-4570-B3AD-BC18CC51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04AA6B-7F0B-481C-BC49-9CF5C9C0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438383-EE50-4015-9EE6-D062761F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121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B53980-1A69-4F1F-8543-8C0690ED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37EC22-B169-42F3-A36E-6890E4E25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518D34-6CAB-434B-9FD3-1B2AF667C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2638DC-6965-4850-B1DB-AC5D3919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54DB6C-E691-416D-85F2-F1BD1F19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DC4F0-8BED-4C22-8D92-B9E82969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85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E792F-46FA-4DE1-9699-D428F74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90EBE5-1C1D-4B7B-96DB-DB6C7FB31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03E04-8CB1-4F19-ADAB-83BFE366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971287-B692-482E-B9BB-DA431473D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CCC9AD-AAC6-475E-B82D-EE939A63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72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4466043-A5C9-49D7-84AB-AE991D6EC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3810BF-0F6B-4230-A78D-EEED502AA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A0BB17-151C-496D-93AD-785D7CCF2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47184E-82FF-4BBF-A44B-8083AF0C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BA524F-E5D7-42AE-BC5A-3D6BBB6A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61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7B8D53-A8AF-4DBA-8A25-04C25EC10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21243C-A6C9-4A0C-B054-31B3B865D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7D3FB6-55D3-4AFD-A96A-88F7028AF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B4B94-C2B5-473B-B288-93617EF4309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28F068-570F-4D4C-9B82-EBF3C7607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A227B5-9E69-42E9-99CF-4D9D62662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14A2E-A35C-491E-8B04-33F730267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046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F8F52-B1D5-4717-AA5D-7B5776CCE0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장 설계원리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289886-60AA-4DCC-88E8-E7C2DF5167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2025.11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8819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2B44767-263B-46DC-8594-7A1D51AB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87" y="742950"/>
            <a:ext cx="766762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10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B084A2E-2AB4-42EE-8542-FF45F21B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62" y="795337"/>
            <a:ext cx="73818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6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BD4885E-B98D-4806-B09C-2D787E992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547687"/>
            <a:ext cx="9163050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25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D4F84F8-610D-423E-A4F4-28F25CF6B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87" y="523875"/>
            <a:ext cx="881062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65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0F69390-7B29-4F48-B961-8EFB8D015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404812"/>
            <a:ext cx="804862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0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C63FB2D-BA07-4EBB-9197-95106DD49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7" y="228600"/>
            <a:ext cx="89249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59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5651F73-0885-448F-A999-DB43F057F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385762"/>
            <a:ext cx="831532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7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A45BC6C-11B5-4031-8A3D-470E4466E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414337"/>
            <a:ext cx="7829550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03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C716917-E332-4CB7-964C-7586AD5BF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90512"/>
            <a:ext cx="8305800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03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63A0E36-9EAD-4ABF-878C-D79E5DB9C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466725"/>
            <a:ext cx="86106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9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A0BF91C-7491-4261-9753-94EFDFF00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328612"/>
            <a:ext cx="849630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08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96E3E8F-472C-473D-ACF5-7D3119B5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300037"/>
            <a:ext cx="864870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11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D67BD9-FDE4-46D7-A9E3-53CE134FD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371475"/>
            <a:ext cx="8963025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16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0B9C390-3604-48E4-94C3-F68C0F693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90525"/>
            <a:ext cx="876300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31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2518920-1BAD-43E8-8D12-13E3D8A25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333375"/>
            <a:ext cx="889635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56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46E0BD7-3066-4300-AD97-C41759B15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38137"/>
            <a:ext cx="857250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32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A7F85FB-EB58-4352-A784-DA37F4711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2" y="285750"/>
            <a:ext cx="8448675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66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D4ED1EE-8733-46D4-95BB-E29437BA4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504825"/>
            <a:ext cx="912495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13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A212B6C-1EB6-41AD-9FA5-78181539D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314325"/>
            <a:ext cx="905827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13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27C06AD-B6E5-496D-BF5D-B8CBA32A8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23875"/>
            <a:ext cx="868680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90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B6F6614-2665-4787-B792-56AB851B4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657225"/>
            <a:ext cx="775335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14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C67DCEC-D49D-4B42-AC96-7F7C471F2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352425"/>
            <a:ext cx="8886825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74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49D6A8B-BB83-40FB-A2C0-63959282D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1000"/>
            <a:ext cx="88392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37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C01B1CD-7966-45B9-9400-681AA0CDD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252412"/>
            <a:ext cx="87249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35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1AB720C-E0BF-43B9-99BE-CE78FE1DA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433387"/>
            <a:ext cx="904875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63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78A27D2-5154-4518-8C24-CBC133D7B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00037"/>
            <a:ext cx="857250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78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8990ED2-C816-4D4F-B740-42F2D5C00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319087"/>
            <a:ext cx="9134475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65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9679A2B-2121-4733-8307-860039561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90537"/>
            <a:ext cx="792480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64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0A0284F-B082-4185-9FAF-BCE63178E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361950"/>
            <a:ext cx="866775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22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10889E0-7197-4AD3-B3CA-03F187B00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333375"/>
            <a:ext cx="8982075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10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88083F0-1598-4709-9F2D-9D5C1D4C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352425"/>
            <a:ext cx="8620125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233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5E151AB-5216-4232-934D-848AA481F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381000"/>
            <a:ext cx="8724900" cy="6096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8E9A585-FC0E-4834-8A36-939807DFD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470" y="5226351"/>
            <a:ext cx="3718882" cy="11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2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</Words>
  <Application>Microsoft Office PowerPoint</Application>
  <PresentationFormat>와이드스크린</PresentationFormat>
  <Paragraphs>2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6" baseType="lpstr">
      <vt:lpstr>맑은 고딕</vt:lpstr>
      <vt:lpstr>Arial</vt:lpstr>
      <vt:lpstr>Office 테마</vt:lpstr>
      <vt:lpstr>6장 설계원리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6장 설계원리</dc:title>
  <dc:creator>Archer C</dc:creator>
  <cp:lastModifiedBy>Archer C</cp:lastModifiedBy>
  <cp:revision>5</cp:revision>
  <dcterms:created xsi:type="dcterms:W3CDTF">2025-10-29T10:18:53Z</dcterms:created>
  <dcterms:modified xsi:type="dcterms:W3CDTF">2025-11-06T02:52:02Z</dcterms:modified>
</cp:coreProperties>
</file>