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ABF911-B00A-4905-8EAF-573198A82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D06A6B-B461-4B57-95AB-2D3EEC425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9A6009-C3D2-4F77-A0FA-12CD2A02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67C5-B238-4049-AAD1-66E77A508D9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5ED328-E410-4A19-9792-D65251D0A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B388C4-71A7-4FB4-A877-FE96C3A6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48CD2-25F2-4B19-8A52-6AE7750CF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601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D8A896-2221-4804-A022-24E8EB7F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79F928-DBED-4D93-994C-5F82FEB0F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EA58C9-512E-4121-9317-9451FB84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67C5-B238-4049-AAD1-66E77A508D9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C3142E-9440-4525-8C77-C093570D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8B8749-BF7C-4E61-A8FD-C3F70E45F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48CD2-25F2-4B19-8A52-6AE7750CF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954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C3D4F-7CB1-43F9-90EC-5F165E364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15365B-52CD-42AC-9CFE-0A126D32A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FA5B06-C945-4326-A81E-83600C7F4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67C5-B238-4049-AAD1-66E77A508D9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3CAE51-CFD0-438E-BD3B-115EABF3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931FAC-882C-497C-A66F-6853BF321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48CD2-25F2-4B19-8A52-6AE7750CF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96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606EB-EF07-48D5-9D14-FCD7C443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034891-5294-45CF-B0D7-322353F657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0A40C8-B902-484D-829A-B30EF364A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AF564-1252-44DD-ACCB-FD21A69E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67C5-B238-4049-AAD1-66E77A508D9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B3CAFA-196C-4821-9A24-6B7125A2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DBA77D-8801-4323-BC23-91AA395F4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48CD2-25F2-4B19-8A52-6AE7750CF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083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43A6DB-C71D-4D62-9C70-3E745173B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00AC9A-072F-4C58-9702-741319705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809F20-D19B-415E-B6A4-714A6834A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AB93E6-8F22-4835-904C-2B80EAB53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901E5F2-9AA5-49CA-88D9-DA063F5175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7FCE32-FD2D-49DE-A2B3-E218C1F6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67C5-B238-4049-AAD1-66E77A508D9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9A3A1D-AED1-406C-9F50-3C8B7C7A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3B3D31C-5606-4329-ACFA-AE432591E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48CD2-25F2-4B19-8A52-6AE7750CF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4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F02F7-7266-4ACF-A67D-E575D223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67DAB9-581E-4330-B0B2-30C6382E9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67C5-B238-4049-AAD1-66E77A508D9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6B26F1-F999-4DB3-BDE7-BB4FF40D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E44B13-3106-4DA9-8C3B-25F22BED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48CD2-25F2-4B19-8A52-6AE7750CF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2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6DDCEE-0D53-4EA6-91CD-C3209BD1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67C5-B238-4049-AAD1-66E77A508D9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0DD2CF-DC88-41F7-B124-A66299D44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FC1F05-7A36-4F45-A7DA-48D75DEA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48CD2-25F2-4B19-8A52-6AE7750CF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046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A042B-A434-4D0A-B886-455A0C38C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49C00E-3C70-4A71-AFB7-298E51751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F8A265-903B-4F7B-AA78-26F77CC50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C5D7B3-7151-4CD6-894F-212F9CC9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67C5-B238-4049-AAD1-66E77A508D9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9B8717-2A21-424C-8476-899DCF89C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7FE3A8-84A1-4B0A-AD8E-EB9B8FBA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48CD2-25F2-4B19-8A52-6AE7750CF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729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805A74-D461-4C99-8E89-6994429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4CF1BE-CE86-4095-B8DA-05EC887F5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B211C7-2A0D-427E-AE40-703428D84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FC66F7-9428-41B2-AC63-B974BF7C1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67C5-B238-4049-AAD1-66E77A508D9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1C484F-62B3-49CC-B595-91DDCFFE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DF0B0A-C121-469A-A54C-EE9FD70DF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48CD2-25F2-4B19-8A52-6AE7750CF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039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24D9F-3E1F-4FB0-BAD5-F22205436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0ED116-2E6F-48A1-A1C1-D3F71291C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CD3CD1-49B4-4C7C-B8E3-0C5176B0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67C5-B238-4049-AAD1-66E77A508D9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A1D1CF-0235-4F5D-9C67-A4FE54D32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B8275F-77D4-46D1-9D0C-FD7B9D73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48CD2-25F2-4B19-8A52-6AE7750CF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66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97EEC5-CE61-4832-96EF-732519275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8C4413-9358-4A4A-BB0F-5F524B850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CC1B13-05F0-4EF2-9CCE-CD27BBF42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F67C5-B238-4049-AAD1-66E77A508D9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D7FD5-46D6-42EB-A28D-9D244E73E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76C754-1953-4236-BAD7-A735AC6B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48CD2-25F2-4B19-8A52-6AE7750CF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706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FB24FBA-7F56-46D0-B61A-494399BB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AB77ED-F19C-447A-A9AE-74D0DEFBF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F92F61-6AB9-4727-A77C-159E40EF1F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F67C5-B238-4049-AAD1-66E77A508D95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9F21A-53E3-47E9-AD16-0A4878B42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0AF692-2667-455B-8308-D14D817E5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48CD2-25F2-4B19-8A52-6AE7750CF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89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78AE58-7201-46EB-BE0D-A0D62A436A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쇼핑몰 예제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255252-9F85-4707-AC99-B19119D86F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순서 다이어그램</a:t>
            </a:r>
            <a:r>
              <a:rPr lang="en-US" altLang="ko-KR" dirty="0"/>
              <a:t>, </a:t>
            </a:r>
            <a:r>
              <a:rPr lang="ko-KR" altLang="en-US" dirty="0" err="1"/>
              <a:t>클래스다이어그램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0234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6A3E233-C9A1-40A6-AD3F-4B9AF9F23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335" y="0"/>
            <a:ext cx="57313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44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2AEDFF4-C041-4287-9DEE-E46636AE8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485900"/>
            <a:ext cx="68580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01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2E4EF72-D588-4AE8-8982-A2020BDB3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042" y="0"/>
            <a:ext cx="60799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389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와이드스크린</PresentationFormat>
  <Paragraphs>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쇼핑몰 예제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쇼핑몰 예제</dc:title>
  <dc:creator>Archer C</dc:creator>
  <cp:lastModifiedBy>Archer C</cp:lastModifiedBy>
  <cp:revision>1</cp:revision>
  <dcterms:created xsi:type="dcterms:W3CDTF">2025-10-30T07:20:17Z</dcterms:created>
  <dcterms:modified xsi:type="dcterms:W3CDTF">2025-10-30T07:20:23Z</dcterms:modified>
</cp:coreProperties>
</file>